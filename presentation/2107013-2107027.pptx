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handoutMasterIdLst>
    <p:handoutMasterId r:id="rId22"/>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embeddedFontLst>
    <p:embeddedFont>
      <p:font typeface="Roboto" panose="02000000000000000000" pitchFamily="2" charset="0"/>
      <p:regular r:id="rId23"/>
      <p:bold r:id="rId24"/>
      <p:italic r:id="rId25"/>
      <p:boldItalic r:id="rId26"/>
    </p:embeddedFont>
    <p:embeddedFont>
      <p:font typeface="Source Code Pro" panose="020B0509030403020204" pitchFamily="49"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4" roundtripDataSignature="AMtx7mija8d+bjaNcPj1S3MBnvpCSVkN0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341"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notesMaster" Target="notesMasters/notesMaster1.xml"/><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D059DA7-E74C-40B5-0F1C-D03F37FA983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93BD78D-D044-E272-5111-EC88D5593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9194A58-7BDD-4967-81CA-B4C821759AE0}" type="datetime1">
              <a:rPr lang="en-US" smtClean="0"/>
              <a:t>3/7/2026</a:t>
            </a:fld>
            <a:endParaRPr lang="en-US"/>
          </a:p>
        </p:txBody>
      </p:sp>
      <p:sp>
        <p:nvSpPr>
          <p:cNvPr id="4" name="Footer Placeholder 3">
            <a:extLst>
              <a:ext uri="{FF2B5EF4-FFF2-40B4-BE49-F238E27FC236}">
                <a16:creationId xmlns:a16="http://schemas.microsoft.com/office/drawing/2014/main" id="{830FF0D7-8E8A-4F92-F5AA-BDE72994B0B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610ACA4-7717-3768-7593-C33AED74B66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B63D1D-28E0-4179-8A57-BF00433924DD}" type="slidenum">
              <a:rPr lang="en-US" smtClean="0"/>
              <a:t>‹#›</a:t>
            </a:fld>
            <a:endParaRPr lang="en-US"/>
          </a:p>
        </p:txBody>
      </p:sp>
    </p:spTree>
    <p:extLst>
      <p:ext uri="{BB962C8B-B14F-4D97-AF65-F5344CB8AC3E}">
        <p14:creationId xmlns:p14="http://schemas.microsoft.com/office/powerpoint/2010/main" val="142645317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hf sldNum="0"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 name="Google Shape;18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1" name="Google Shape;25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8" name="Google Shape;288;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3" name="Google Shape;323;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8" name="Google Shape;35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3" name="Google Shape;39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8" name="Google Shape;428;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3" name="Google Shape;463;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8" name="Google Shape;498;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3" name="Google Shape;533;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8" name="Google Shape;568;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
        <p:cNvGrpSpPr/>
        <p:nvPr/>
      </p:nvGrpSpPr>
      <p:grpSpPr>
        <a:xfrm>
          <a:off x="0" y="0"/>
          <a:ext cx="0" cy="0"/>
          <a:chOff x="0" y="0"/>
          <a:chExt cx="0" cy="0"/>
        </a:xfrm>
      </p:grpSpPr>
      <p:sp>
        <p:nvSpPr>
          <p:cNvPr id="604" name="Google Shape;604;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5" name="Google Shape;605;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41" name="Google Shape;641;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p:cNvGrpSpPr/>
        <p:nvPr/>
      </p:nvGrpSpPr>
      <p:grpSpPr>
        <a:xfrm>
          <a:off x="0" y="0"/>
          <a:ext cx="0" cy="0"/>
          <a:chOff x="0" y="0"/>
          <a:chExt cx="0" cy="0"/>
        </a:xfrm>
      </p:grpSpPr>
      <p:sp>
        <p:nvSpPr>
          <p:cNvPr id="671" name="Google Shape;671;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2" name="Google Shape;672;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549E8CB7-C0A9-44EE-92CD-77A181B09274}" type="datetime1">
              <a:rPr lang="en-US" smtClean="0"/>
              <a:t>3/7/2026</a:t>
            </a:fld>
            <a:endParaRPr/>
          </a:p>
        </p:txBody>
      </p:sp>
      <p:sp>
        <p:nvSpPr>
          <p:cNvPr id="13" name="Google Shape;13;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470F2A35-FF67-4CE3-B2F4-004812D75FEA}" type="datetime1">
              <a:rPr lang="en-US" smtClean="0"/>
              <a:t>3/7/2026</a:t>
            </a:fld>
            <a:endParaRPr/>
          </a:p>
        </p:txBody>
      </p:sp>
      <p:sp>
        <p:nvSpPr>
          <p:cNvPr id="19" name="Google Shape;19;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6874A875-E0AA-4759-9820-EBF9A99A35CF}" type="datetime1">
              <a:rPr lang="en-US" smtClean="0"/>
              <a:t>3/7/2026</a:t>
            </a:fld>
            <a:endParaRPr/>
          </a:p>
        </p:txBody>
      </p:sp>
      <p:sp>
        <p:nvSpPr>
          <p:cNvPr id="25" name="Google Shape;25;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B56D183F-881B-4F84-9292-FD3B5DD019E3}" type="datetime1">
              <a:rPr lang="en-US" smtClean="0"/>
              <a:t>3/7/2026</a:t>
            </a:fld>
            <a:endParaRPr/>
          </a:p>
        </p:txBody>
      </p:sp>
      <p:sp>
        <p:nvSpPr>
          <p:cNvPr id="31" name="Google Shape;31;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2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94ABFF98-ECC6-4746-BD29-9C0782878147}" type="datetime1">
              <a:rPr lang="en-US" smtClean="0"/>
              <a:t>3/7/2026</a:t>
            </a:fld>
            <a:endParaRPr/>
          </a:p>
        </p:txBody>
      </p:sp>
      <p:sp>
        <p:nvSpPr>
          <p:cNvPr id="38" name="Google Shape;38;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2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2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2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57CA0B53-D4FC-4470-A183-3C03DBB8B8B9}" type="datetime1">
              <a:rPr lang="en-US" smtClean="0"/>
              <a:t>3/7/2026</a:t>
            </a:fld>
            <a:endParaRPr/>
          </a:p>
        </p:txBody>
      </p:sp>
      <p:sp>
        <p:nvSpPr>
          <p:cNvPr id="47" name="Google Shape;47;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FE3D5EF7-AD94-460D-A7CC-FC01E99CF1B1}" type="datetime1">
              <a:rPr lang="en-US" smtClean="0"/>
              <a:t>3/7/2026</a:t>
            </a:fld>
            <a:endParaRPr/>
          </a:p>
        </p:txBody>
      </p:sp>
      <p:sp>
        <p:nvSpPr>
          <p:cNvPr id="52" name="Google Shape;52;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2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480ECA2B-1010-4E66-AEB0-E847A9B90050}" type="datetime1">
              <a:rPr lang="en-US" smtClean="0"/>
              <a:t>3/7/2026</a:t>
            </a:fld>
            <a:endParaRPr/>
          </a:p>
        </p:txBody>
      </p:sp>
      <p:sp>
        <p:nvSpPr>
          <p:cNvPr id="59" name="Google Shape;59;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9"/>
          <p:cNvSpPr>
            <a:spLocks noGrp="1"/>
          </p:cNvSpPr>
          <p:nvPr>
            <p:ph type="pic" idx="2"/>
          </p:nvPr>
        </p:nvSpPr>
        <p:spPr>
          <a:xfrm>
            <a:off x="1792288" y="612775"/>
            <a:ext cx="5486400" cy="4114800"/>
          </a:xfrm>
          <a:prstGeom prst="rect">
            <a:avLst/>
          </a:prstGeom>
          <a:noFill/>
          <a:ln>
            <a:noFill/>
          </a:ln>
        </p:spPr>
      </p:sp>
      <p:sp>
        <p:nvSpPr>
          <p:cNvPr id="64" name="Google Shape;64;p2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BF97E78F-8ED9-4DB3-9101-94857AC3ACDA}" type="datetime1">
              <a:rPr lang="en-US" smtClean="0"/>
              <a:t>3/7/2026</a:t>
            </a:fld>
            <a:endParaRPr/>
          </a:p>
        </p:txBody>
      </p:sp>
      <p:sp>
        <p:nvSpPr>
          <p:cNvPr id="66" name="Google Shape;66;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0"/>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34651BDE-D142-446A-8B49-EF820E29EA0C}" type="datetime1">
              <a:rPr lang="en-US" smtClean="0"/>
              <a:t>3/7/2026</a:t>
            </a:fld>
            <a:endParaRPr/>
          </a:p>
        </p:txBody>
      </p:sp>
      <p:sp>
        <p:nvSpPr>
          <p:cNvPr id="72" name="Google Shape;72;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1"/>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1"/>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A1D0D11A-991C-4170-92AB-E5D6AC75E57C}" type="datetime1">
              <a:rPr lang="en-US" smtClean="0"/>
              <a:t>3/7/2026</a:t>
            </a:fld>
            <a:endParaRPr/>
          </a:p>
        </p:txBody>
      </p:sp>
      <p:sp>
        <p:nvSpPr>
          <p:cNvPr id="78" name="Google Shape;78;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815D769A-E96C-4412-AA6F-B2D972787739}" type="datetime1">
              <a:rPr lang="en-US" smtClean="0"/>
              <a:t>3/7/2026</a:t>
            </a:fld>
            <a:endParaRPr/>
          </a:p>
        </p:txBody>
      </p:sp>
      <p:sp>
        <p:nvSpPr>
          <p:cNvPr id="9" name="Google Shape;9;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8.jp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8.jp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8.jp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EFEFE"/>
            </a:gs>
            <a:gs pos="100000">
              <a:srgbClr val="F0F7FB"/>
            </a:gs>
          </a:gsLst>
          <a:lin ang="8100000" scaled="0"/>
        </a:gradFill>
        <a:effectLst/>
      </p:bgPr>
    </p:bg>
    <p:spTree>
      <p:nvGrpSpPr>
        <p:cNvPr id="1" name="Shape 83"/>
        <p:cNvGrpSpPr/>
        <p:nvPr/>
      </p:nvGrpSpPr>
      <p:grpSpPr>
        <a:xfrm>
          <a:off x="0" y="0"/>
          <a:ext cx="0" cy="0"/>
          <a:chOff x="0" y="0"/>
          <a:chExt cx="0" cy="0"/>
        </a:xfrm>
      </p:grpSpPr>
      <p:sp>
        <p:nvSpPr>
          <p:cNvPr id="84" name="Google Shape;84;p1"/>
          <p:cNvSpPr/>
          <p:nvPr/>
        </p:nvSpPr>
        <p:spPr>
          <a:xfrm>
            <a:off x="8534186" y="0"/>
            <a:ext cx="3657508" cy="3657600"/>
          </a:xfrm>
          <a:prstGeom prst="roundRect">
            <a:avLst>
              <a:gd name="adj" fmla="val 5207812"/>
            </a:avLst>
          </a:prstGeom>
          <a:solidFill>
            <a:srgbClr val="1284BA">
              <a:alpha val="4705"/>
            </a:srgbClr>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5" name="Google Shape;85;p1"/>
          <p:cNvSpPr/>
          <p:nvPr/>
        </p:nvSpPr>
        <p:spPr>
          <a:xfrm>
            <a:off x="0" y="3809999"/>
            <a:ext cx="3047923" cy="3047999"/>
          </a:xfrm>
          <a:prstGeom prst="roundRect">
            <a:avLst>
              <a:gd name="adj" fmla="val 6249375"/>
            </a:avLst>
          </a:prstGeom>
          <a:solidFill>
            <a:srgbClr val="FF862F">
              <a:alpha val="4705"/>
            </a:srgbClr>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86" name="Google Shape;86;p1" descr="image.png"/>
          <p:cNvPicPr preferRelativeResize="0"/>
          <p:nvPr/>
        </p:nvPicPr>
        <p:blipFill rotWithShape="1">
          <a:blip r:embed="rId3">
            <a:alphaModFix/>
          </a:blip>
          <a:srcRect/>
          <a:stretch/>
        </p:blipFill>
        <p:spPr>
          <a:xfrm>
            <a:off x="5595741" y="1419482"/>
            <a:ext cx="914377" cy="818635"/>
          </a:xfrm>
          <a:prstGeom prst="rect">
            <a:avLst/>
          </a:prstGeom>
          <a:noFill/>
          <a:ln>
            <a:noFill/>
          </a:ln>
        </p:spPr>
      </p:pic>
      <p:sp>
        <p:nvSpPr>
          <p:cNvPr id="87" name="Google Shape;87;p1"/>
          <p:cNvSpPr txBox="1"/>
          <p:nvPr/>
        </p:nvSpPr>
        <p:spPr>
          <a:xfrm>
            <a:off x="3316111" y="2606778"/>
            <a:ext cx="5559471" cy="825291"/>
          </a:xfrm>
          <a:prstGeom prst="rect">
            <a:avLst/>
          </a:prstGeom>
          <a:noFill/>
          <a:ln>
            <a:noFill/>
          </a:ln>
        </p:spPr>
        <p:txBody>
          <a:bodyPr spcFirstLastPara="1" wrap="square" lIns="73150" tIns="54850" rIns="73150" bIns="54850" anchor="ctr" anchorCtr="0">
            <a:spAutoFit/>
          </a:bodyPr>
          <a:lstStyle/>
          <a:p>
            <a:pPr marL="0" marR="0" lvl="0" indent="0" algn="ctr" rtl="0">
              <a:lnSpc>
                <a:spcPct val="132954"/>
              </a:lnSpc>
              <a:spcBef>
                <a:spcPts val="0"/>
              </a:spcBef>
              <a:spcAft>
                <a:spcPts val="0"/>
              </a:spcAft>
              <a:buNone/>
            </a:pPr>
            <a:r>
              <a:rPr lang="en-US" sz="4400" b="1" i="0" u="none" strike="noStrike" cap="none">
                <a:solidFill>
                  <a:srgbClr val="1284BA"/>
                </a:solidFill>
                <a:latin typeface="Source Code Pro"/>
                <a:ea typeface="Source Code Pro"/>
                <a:cs typeface="Source Code Pro"/>
                <a:sym typeface="Source Code Pro"/>
              </a:rPr>
              <a:t>WATERMELON CHESS</a:t>
            </a:r>
            <a:endParaRPr/>
          </a:p>
        </p:txBody>
      </p:sp>
      <p:sp>
        <p:nvSpPr>
          <p:cNvPr id="88" name="Google Shape;88;p1"/>
          <p:cNvSpPr/>
          <p:nvPr/>
        </p:nvSpPr>
        <p:spPr>
          <a:xfrm>
            <a:off x="3431304" y="3487684"/>
            <a:ext cx="5329083" cy="57150"/>
          </a:xfrm>
          <a:prstGeom prst="roundRect">
            <a:avLst>
              <a:gd name="adj" fmla="val 333300000"/>
            </a:avLst>
          </a:prstGeom>
          <a:solidFill>
            <a:srgbClr val="FF862F"/>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9" name="Google Shape;89;p1"/>
          <p:cNvSpPr txBox="1"/>
          <p:nvPr/>
        </p:nvSpPr>
        <p:spPr>
          <a:xfrm>
            <a:off x="4727714" y="3770999"/>
            <a:ext cx="2812464" cy="382797"/>
          </a:xfrm>
          <a:prstGeom prst="rect">
            <a:avLst/>
          </a:prstGeom>
          <a:noFill/>
          <a:ln>
            <a:noFill/>
          </a:ln>
        </p:spPr>
        <p:txBody>
          <a:bodyPr spcFirstLastPara="1" wrap="square" lIns="73150" tIns="54850" rIns="73150" bIns="54850" anchor="ctr" anchorCtr="0">
            <a:spAutoFit/>
          </a:bodyPr>
          <a:lstStyle/>
          <a:p>
            <a:pPr marL="0" marR="0" lvl="0" indent="0" algn="ctr" rtl="0">
              <a:lnSpc>
                <a:spcPct val="86666"/>
              </a:lnSpc>
              <a:spcBef>
                <a:spcPts val="0"/>
              </a:spcBef>
              <a:spcAft>
                <a:spcPts val="0"/>
              </a:spcAft>
              <a:buNone/>
            </a:pPr>
            <a:r>
              <a:rPr lang="en-US" sz="2400" b="0" i="0" u="none" strike="noStrike" cap="none">
                <a:solidFill>
                  <a:srgbClr val="666666"/>
                </a:solidFill>
                <a:latin typeface="Roboto"/>
                <a:ea typeface="Roboto"/>
                <a:cs typeface="Roboto"/>
                <a:sym typeface="Roboto"/>
              </a:rPr>
              <a:t>AI LAB PROJECT</a:t>
            </a:r>
            <a:endParaRPr/>
          </a:p>
        </p:txBody>
      </p:sp>
      <p:sp>
        <p:nvSpPr>
          <p:cNvPr id="90" name="Google Shape;90;p1"/>
          <p:cNvSpPr txBox="1"/>
          <p:nvPr/>
        </p:nvSpPr>
        <p:spPr>
          <a:xfrm>
            <a:off x="3205087" y="4615470"/>
            <a:ext cx="2466903" cy="341632"/>
          </a:xfrm>
          <a:prstGeom prst="rect">
            <a:avLst/>
          </a:prstGeom>
          <a:noFill/>
          <a:ln>
            <a:noFill/>
          </a:ln>
        </p:spPr>
        <p:txBody>
          <a:bodyPr spcFirstLastPara="1" wrap="square" lIns="73150" tIns="54850" rIns="73150" bIns="54850" anchor="ctr" anchorCtr="0">
            <a:spAutoFit/>
          </a:bodyPr>
          <a:lstStyle/>
          <a:p>
            <a:pPr marL="0" marR="0" lvl="0" indent="0" algn="ctr" rtl="0">
              <a:lnSpc>
                <a:spcPct val="101111"/>
              </a:lnSpc>
              <a:spcBef>
                <a:spcPts val="0"/>
              </a:spcBef>
              <a:spcAft>
                <a:spcPts val="0"/>
              </a:spcAft>
              <a:buNone/>
            </a:pPr>
            <a:r>
              <a:rPr lang="en-US" sz="1196" b="1" i="0" u="none" strike="noStrike" cap="none">
                <a:solidFill>
                  <a:srgbClr val="1284BA"/>
                </a:solidFill>
                <a:latin typeface="Roboto"/>
                <a:ea typeface="Roboto"/>
                <a:cs typeface="Roboto"/>
                <a:sym typeface="Roboto"/>
              </a:rPr>
              <a:t> </a:t>
            </a:r>
            <a:r>
              <a:rPr lang="en-US" sz="1800" b="1" i="0" u="none" strike="noStrike" cap="none">
                <a:solidFill>
                  <a:srgbClr val="1284BA"/>
                </a:solidFill>
                <a:latin typeface="Roboto"/>
                <a:ea typeface="Roboto"/>
                <a:cs typeface="Roboto"/>
                <a:sym typeface="Roboto"/>
              </a:rPr>
              <a:t>Akash Biswas </a:t>
            </a:r>
            <a:endParaRPr/>
          </a:p>
        </p:txBody>
      </p:sp>
      <p:sp>
        <p:nvSpPr>
          <p:cNvPr id="91" name="Google Shape;91;p1"/>
          <p:cNvSpPr txBox="1"/>
          <p:nvPr/>
        </p:nvSpPr>
        <p:spPr>
          <a:xfrm>
            <a:off x="6879381" y="4610844"/>
            <a:ext cx="2195793" cy="700705"/>
          </a:xfrm>
          <a:prstGeom prst="rect">
            <a:avLst/>
          </a:prstGeom>
          <a:noFill/>
          <a:ln>
            <a:noFill/>
          </a:ln>
        </p:spPr>
        <p:txBody>
          <a:bodyPr spcFirstLastPara="1" wrap="square" lIns="73150" tIns="54850" rIns="73150" bIns="54850" anchor="ctr" anchorCtr="0">
            <a:spAutoFit/>
          </a:bodyPr>
          <a:lstStyle/>
          <a:p>
            <a:pPr marL="0" marR="0" lvl="0" indent="0" algn="ctr" rtl="0">
              <a:lnSpc>
                <a:spcPct val="101111"/>
              </a:lnSpc>
              <a:spcBef>
                <a:spcPts val="0"/>
              </a:spcBef>
              <a:spcAft>
                <a:spcPts val="0"/>
              </a:spcAft>
              <a:buNone/>
            </a:pPr>
            <a:r>
              <a:rPr lang="en-US" sz="1196" b="1" i="0" u="none" strike="noStrike" cap="none">
                <a:solidFill>
                  <a:srgbClr val="1284BA"/>
                </a:solidFill>
                <a:latin typeface="Roboto"/>
                <a:ea typeface="Roboto"/>
                <a:cs typeface="Roboto"/>
                <a:sym typeface="Roboto"/>
              </a:rPr>
              <a:t> </a:t>
            </a:r>
            <a:r>
              <a:rPr lang="en-US" sz="1800" b="1" i="0" u="none" strike="noStrike" cap="none">
                <a:solidFill>
                  <a:srgbClr val="1284BA"/>
                </a:solidFill>
                <a:latin typeface="Roboto"/>
                <a:ea typeface="Roboto"/>
                <a:cs typeface="Roboto"/>
                <a:sym typeface="Roboto"/>
              </a:rPr>
              <a:t>Md. Mosaddek Ali </a:t>
            </a:r>
            <a:endParaRPr sz="1800" b="1" i="0" u="none" strike="noStrike" cap="none">
              <a:solidFill>
                <a:srgbClr val="1284BA"/>
              </a:solidFill>
              <a:latin typeface="Roboto"/>
              <a:ea typeface="Roboto"/>
              <a:cs typeface="Roboto"/>
              <a:sym typeface="Roboto"/>
            </a:endParaRPr>
          </a:p>
          <a:p>
            <a:pPr marL="0" marR="0" lvl="0" indent="0" algn="ctr" rtl="0">
              <a:lnSpc>
                <a:spcPct val="101111"/>
              </a:lnSpc>
              <a:spcBef>
                <a:spcPts val="1040"/>
              </a:spcBef>
              <a:spcAft>
                <a:spcPts val="0"/>
              </a:spcAft>
              <a:buNone/>
            </a:pPr>
            <a:r>
              <a:rPr lang="en-US" sz="1800" b="0" i="0" u="none" strike="noStrike" cap="none">
                <a:solidFill>
                  <a:srgbClr val="999999"/>
                </a:solidFill>
                <a:latin typeface="Roboto"/>
                <a:ea typeface="Roboto"/>
                <a:cs typeface="Roboto"/>
                <a:sym typeface="Roboto"/>
              </a:rPr>
              <a:t>Roll: 2107027</a:t>
            </a:r>
            <a:r>
              <a:rPr lang="en-US" sz="1800" b="1" i="0" u="none" strike="noStrike" cap="none">
                <a:solidFill>
                  <a:srgbClr val="1284BA"/>
                </a:solidFill>
                <a:latin typeface="Roboto"/>
                <a:ea typeface="Roboto"/>
                <a:cs typeface="Roboto"/>
                <a:sym typeface="Roboto"/>
              </a:rPr>
              <a:t> </a:t>
            </a:r>
            <a:endParaRPr/>
          </a:p>
        </p:txBody>
      </p:sp>
      <p:sp>
        <p:nvSpPr>
          <p:cNvPr id="92" name="Google Shape;92;p1"/>
          <p:cNvSpPr/>
          <p:nvPr/>
        </p:nvSpPr>
        <p:spPr>
          <a:xfrm>
            <a:off x="5829154" y="6477000"/>
            <a:ext cx="76198" cy="76200"/>
          </a:xfrm>
          <a:prstGeom prst="roundRect">
            <a:avLst>
              <a:gd name="adj" fmla="val 249975000"/>
            </a:avLst>
          </a:prstGeom>
          <a:solidFill>
            <a:srgbClr val="1284B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3" name="Google Shape;93;p1"/>
          <p:cNvSpPr/>
          <p:nvPr/>
        </p:nvSpPr>
        <p:spPr>
          <a:xfrm>
            <a:off x="5981550" y="64770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4" name="Google Shape;94;p1"/>
          <p:cNvSpPr/>
          <p:nvPr/>
        </p:nvSpPr>
        <p:spPr>
          <a:xfrm>
            <a:off x="6133946" y="64770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5" name="Google Shape;95;p1"/>
          <p:cNvSpPr/>
          <p:nvPr/>
        </p:nvSpPr>
        <p:spPr>
          <a:xfrm>
            <a:off x="6286342" y="64770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6" name="Google Shape;96;p1"/>
          <p:cNvSpPr txBox="1"/>
          <p:nvPr/>
        </p:nvSpPr>
        <p:spPr>
          <a:xfrm>
            <a:off x="3242814" y="4957951"/>
            <a:ext cx="2243127" cy="341632"/>
          </a:xfrm>
          <a:prstGeom prst="rect">
            <a:avLst/>
          </a:prstGeom>
          <a:noFill/>
          <a:ln>
            <a:noFill/>
          </a:ln>
        </p:spPr>
        <p:txBody>
          <a:bodyPr spcFirstLastPara="1" wrap="square" lIns="73150" tIns="54850" rIns="73150" bIns="54850" anchor="ctr" anchorCtr="0">
            <a:spAutoFit/>
          </a:bodyPr>
          <a:lstStyle/>
          <a:p>
            <a:pPr marL="0" marR="0" lvl="0" indent="0" algn="ctr" rtl="0">
              <a:lnSpc>
                <a:spcPct val="101111"/>
              </a:lnSpc>
              <a:spcBef>
                <a:spcPts val="0"/>
              </a:spcBef>
              <a:spcAft>
                <a:spcPts val="0"/>
              </a:spcAft>
              <a:buNone/>
            </a:pPr>
            <a:r>
              <a:rPr lang="en-US" sz="1196" b="1" i="0" u="none" strike="noStrike" cap="none">
                <a:solidFill>
                  <a:srgbClr val="1284BA"/>
                </a:solidFill>
                <a:latin typeface="Roboto"/>
                <a:ea typeface="Roboto"/>
                <a:cs typeface="Roboto"/>
                <a:sym typeface="Roboto"/>
              </a:rPr>
              <a:t> </a:t>
            </a:r>
            <a:r>
              <a:rPr lang="en-US" sz="1800" b="1" i="0" u="none" strike="noStrike" cap="none">
                <a:solidFill>
                  <a:srgbClr val="1284BA"/>
                </a:solidFill>
                <a:latin typeface="Roboto"/>
                <a:ea typeface="Roboto"/>
                <a:cs typeface="Roboto"/>
                <a:sym typeface="Roboto"/>
              </a:rPr>
              <a:t> </a:t>
            </a:r>
            <a:r>
              <a:rPr lang="en-US" sz="1800" b="0" i="0" u="none" strike="noStrike" cap="none">
                <a:solidFill>
                  <a:srgbClr val="999999"/>
                </a:solidFill>
                <a:latin typeface="Roboto"/>
                <a:ea typeface="Roboto"/>
                <a:cs typeface="Roboto"/>
                <a:sym typeface="Roboto"/>
              </a:rPr>
              <a:t>Roll: 2107013</a:t>
            </a:r>
            <a:r>
              <a:rPr lang="en-US" sz="1800" b="1" i="0" u="none" strike="noStrike" cap="none">
                <a:solidFill>
                  <a:srgbClr val="1284BA"/>
                </a:solidFill>
                <a:latin typeface="Roboto"/>
                <a:ea typeface="Roboto"/>
                <a:cs typeface="Roboto"/>
                <a:sym typeface="Roboto"/>
              </a:rPr>
              <a:t>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FEFEFE"/>
            </a:gs>
            <a:gs pos="100000">
              <a:srgbClr val="F0F7FB"/>
            </a:gs>
          </a:gsLst>
          <a:lin ang="8100000" scaled="0"/>
        </a:gradFill>
        <a:effectLst/>
      </p:bgPr>
    </p:bg>
    <p:spTree>
      <p:nvGrpSpPr>
        <p:cNvPr id="1" name="Shape 101"/>
        <p:cNvGrpSpPr/>
        <p:nvPr/>
      </p:nvGrpSpPr>
      <p:grpSpPr>
        <a:xfrm>
          <a:off x="0" y="0"/>
          <a:ext cx="0" cy="0"/>
          <a:chOff x="0" y="0"/>
          <a:chExt cx="0" cy="0"/>
        </a:xfrm>
      </p:grpSpPr>
      <p:sp>
        <p:nvSpPr>
          <p:cNvPr id="102" name="Google Shape;102;p2"/>
          <p:cNvSpPr/>
          <p:nvPr/>
        </p:nvSpPr>
        <p:spPr>
          <a:xfrm>
            <a:off x="0" y="0"/>
            <a:ext cx="12191695" cy="809625"/>
          </a:xfrm>
          <a:prstGeom prst="rect">
            <a:avLst/>
          </a:prstGeom>
          <a:solidFill>
            <a:srgbClr val="1284BA">
              <a:alpha val="4705"/>
            </a:srgbClr>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03" name="Google Shape;103;p2" descr="image.png"/>
          <p:cNvPicPr preferRelativeResize="0"/>
          <p:nvPr/>
        </p:nvPicPr>
        <p:blipFill rotWithShape="1">
          <a:blip r:embed="rId3">
            <a:alphaModFix/>
          </a:blip>
          <a:srcRect/>
          <a:stretch/>
        </p:blipFill>
        <p:spPr>
          <a:xfrm>
            <a:off x="638359" y="267439"/>
            <a:ext cx="495288" cy="418443"/>
          </a:xfrm>
          <a:prstGeom prst="rect">
            <a:avLst/>
          </a:prstGeom>
          <a:noFill/>
          <a:ln>
            <a:noFill/>
          </a:ln>
        </p:spPr>
      </p:pic>
      <p:sp>
        <p:nvSpPr>
          <p:cNvPr id="104" name="Google Shape;104;p2"/>
          <p:cNvSpPr txBox="1"/>
          <p:nvPr/>
        </p:nvSpPr>
        <p:spPr>
          <a:xfrm>
            <a:off x="1133639" y="242761"/>
            <a:ext cx="3211489" cy="467820"/>
          </a:xfrm>
          <a:prstGeom prst="rect">
            <a:avLst/>
          </a:prstGeom>
          <a:noFill/>
          <a:ln>
            <a:noFill/>
          </a:ln>
        </p:spPr>
        <p:txBody>
          <a:bodyPr spcFirstLastPara="1" wrap="square" lIns="73150" tIns="54850" rIns="73150" bIns="54850" anchor="ctr" anchorCtr="0">
            <a:spAutoFit/>
          </a:bodyPr>
          <a:lstStyle/>
          <a:p>
            <a:pPr marL="0" marR="0" lvl="0" indent="0" algn="l" rtl="0">
              <a:lnSpc>
                <a:spcPct val="81250"/>
              </a:lnSpc>
              <a:spcBef>
                <a:spcPts val="0"/>
              </a:spcBef>
              <a:spcAft>
                <a:spcPts val="0"/>
              </a:spcAft>
              <a:buNone/>
            </a:pPr>
            <a:r>
              <a:rPr lang="en-US" sz="3200" b="1">
                <a:solidFill>
                  <a:srgbClr val="1284BA"/>
                </a:solidFill>
                <a:latin typeface="Source Code Pro"/>
                <a:ea typeface="Source Code Pro"/>
                <a:cs typeface="Source Code Pro"/>
                <a:sym typeface="Source Code Pro"/>
              </a:rPr>
              <a:t>Introduction</a:t>
            </a:r>
            <a:endParaRPr/>
          </a:p>
        </p:txBody>
      </p:sp>
      <p:grpSp>
        <p:nvGrpSpPr>
          <p:cNvPr id="105" name="Google Shape;105;p2"/>
          <p:cNvGrpSpPr/>
          <p:nvPr/>
        </p:nvGrpSpPr>
        <p:grpSpPr>
          <a:xfrm>
            <a:off x="642180" y="1242398"/>
            <a:ext cx="9765850" cy="2059549"/>
            <a:chOff x="1318657" y="1550425"/>
            <a:chExt cx="9765850" cy="2059549"/>
          </a:xfrm>
        </p:grpSpPr>
        <p:sp>
          <p:nvSpPr>
            <p:cNvPr id="106" name="Google Shape;106;p2"/>
            <p:cNvSpPr/>
            <p:nvPr/>
          </p:nvSpPr>
          <p:spPr>
            <a:xfrm>
              <a:off x="1351253" y="1550425"/>
              <a:ext cx="9733254" cy="2059549"/>
            </a:xfrm>
            <a:prstGeom prst="roundRect">
              <a:avLst>
                <a:gd name="adj" fmla="val 11214"/>
              </a:avLst>
            </a:prstGeom>
            <a:solidFill>
              <a:srgbClr val="FFFFFF"/>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Watermelon Chess is a two-player, turn-based strategic board game designed as a controlled                   adversarial environment for evaluating intelligent decision-making techniques. The game is played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on a fixed-structure board consisting of predefined nodes and connections, where each player controls a set of pieces centered around a critical unit called the </a:t>
              </a:r>
              <a:r>
                <a:rPr lang="en-US" sz="1800" b="1" i="1">
                  <a:solidFill>
                    <a:schemeClr val="dk1"/>
                  </a:solidFill>
                  <a:latin typeface="Calibri"/>
                  <a:ea typeface="Calibri"/>
                  <a:cs typeface="Calibri"/>
                  <a:sym typeface="Calibri"/>
                </a:rPr>
                <a:t>watermelon</a:t>
              </a:r>
              <a:r>
                <a:rPr lang="en-US" sz="1800" b="1">
                  <a:solidFill>
                    <a:schemeClr val="dk1"/>
                  </a:solidFill>
                  <a:latin typeface="Calibri"/>
                  <a:ea typeface="Calibri"/>
                  <a:cs typeface="Calibri"/>
                  <a:sym typeface="Calibri"/>
                </a:rPr>
                <a:t>.</a:t>
              </a:r>
              <a:endParaRPr/>
            </a:p>
          </p:txBody>
        </p:sp>
        <p:sp>
          <p:nvSpPr>
            <p:cNvPr id="107" name="Google Shape;107;p2"/>
            <p:cNvSpPr/>
            <p:nvPr/>
          </p:nvSpPr>
          <p:spPr>
            <a:xfrm rot="-5400000">
              <a:off x="365523" y="2514157"/>
              <a:ext cx="2038349" cy="132082"/>
            </a:xfrm>
            <a:prstGeom prst="round2SameRect">
              <a:avLst>
                <a:gd name="adj1" fmla="val 50000"/>
                <a:gd name="adj2" fmla="val 0"/>
              </a:avLst>
            </a:prstGeom>
            <a:solidFill>
              <a:srgbClr val="1284B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08" name="Google Shape;108;p2" descr="image.png"/>
            <p:cNvPicPr preferRelativeResize="0"/>
            <p:nvPr/>
          </p:nvPicPr>
          <p:blipFill rotWithShape="1">
            <a:blip r:embed="rId4">
              <a:alphaModFix/>
            </a:blip>
            <a:srcRect/>
            <a:stretch/>
          </p:blipFill>
          <p:spPr>
            <a:xfrm>
              <a:off x="1562060" y="1925410"/>
              <a:ext cx="285742" cy="244928"/>
            </a:xfrm>
            <a:prstGeom prst="rect">
              <a:avLst/>
            </a:prstGeom>
            <a:noFill/>
            <a:ln>
              <a:noFill/>
            </a:ln>
          </p:spPr>
        </p:pic>
        <p:sp>
          <p:nvSpPr>
            <p:cNvPr id="109" name="Google Shape;109;p2"/>
            <p:cNvSpPr txBox="1"/>
            <p:nvPr/>
          </p:nvSpPr>
          <p:spPr>
            <a:xfrm>
              <a:off x="1962100" y="1857822"/>
              <a:ext cx="3379387" cy="380104"/>
            </a:xfrm>
            <a:prstGeom prst="rect">
              <a:avLst/>
            </a:prstGeom>
            <a:noFill/>
            <a:ln>
              <a:noFill/>
            </a:ln>
          </p:spPr>
          <p:txBody>
            <a:bodyPr spcFirstLastPara="1" wrap="square" lIns="73150" tIns="54850" rIns="73150" bIns="54850" anchor="ctr" anchorCtr="0">
              <a:spAutoFit/>
            </a:bodyPr>
            <a:lstStyle/>
            <a:p>
              <a:pPr marL="0" marR="0" lvl="0" indent="0" algn="l" rtl="0">
                <a:lnSpc>
                  <a:spcPct val="104000"/>
                </a:lnSpc>
                <a:spcBef>
                  <a:spcPts val="0"/>
                </a:spcBef>
                <a:spcAft>
                  <a:spcPts val="0"/>
                </a:spcAft>
                <a:buNone/>
              </a:pPr>
              <a:r>
                <a:rPr lang="en-US" sz="2000" b="1">
                  <a:solidFill>
                    <a:srgbClr val="1284BA"/>
                  </a:solidFill>
                  <a:latin typeface="Source Code Pro"/>
                  <a:ea typeface="Source Code Pro"/>
                  <a:cs typeface="Source Code Pro"/>
                  <a:sym typeface="Source Code Pro"/>
                </a:rPr>
                <a:t>Warermelon Chess Game</a:t>
              </a:r>
              <a:endParaRPr sz="2000" b="1">
                <a:solidFill>
                  <a:srgbClr val="1284BA"/>
                </a:solidFill>
                <a:latin typeface="Source Code Pro"/>
                <a:ea typeface="Source Code Pro"/>
                <a:cs typeface="Source Code Pro"/>
                <a:sym typeface="Source Code Pro"/>
              </a:endParaRPr>
            </a:p>
          </p:txBody>
        </p:sp>
      </p:grpSp>
      <p:sp>
        <p:nvSpPr>
          <p:cNvPr id="110" name="Google Shape;110;p2"/>
          <p:cNvSpPr txBox="1"/>
          <p:nvPr/>
        </p:nvSpPr>
        <p:spPr>
          <a:xfrm>
            <a:off x="1553692" y="2716294"/>
            <a:ext cx="4076598" cy="347724"/>
          </a:xfrm>
          <a:prstGeom prst="rect">
            <a:avLst/>
          </a:prstGeom>
          <a:noFill/>
          <a:ln>
            <a:noFill/>
          </a:ln>
        </p:spPr>
        <p:txBody>
          <a:bodyPr spcFirstLastPara="1" wrap="square" lIns="73150" tIns="54850" rIns="73150" bIns="54850" anchor="ctr" anchorCtr="0">
            <a:spAutoFit/>
          </a:bodyPr>
          <a:lstStyle/>
          <a:p>
            <a:pPr marL="0" marR="0" lvl="0" indent="0" algn="l" rtl="0">
              <a:lnSpc>
                <a:spcPct val="173913"/>
              </a:lnSpc>
              <a:spcBef>
                <a:spcPts val="0"/>
              </a:spcBef>
              <a:spcAft>
                <a:spcPts val="0"/>
              </a:spcAft>
              <a:buNone/>
            </a:pPr>
            <a:endParaRPr sz="1196" b="0">
              <a:solidFill>
                <a:srgbClr val="555555"/>
              </a:solidFill>
              <a:latin typeface="Roboto"/>
              <a:ea typeface="Roboto"/>
              <a:cs typeface="Roboto"/>
              <a:sym typeface="Roboto"/>
            </a:endParaRPr>
          </a:p>
        </p:txBody>
      </p:sp>
      <p:sp>
        <p:nvSpPr>
          <p:cNvPr id="111" name="Google Shape;111;p2"/>
          <p:cNvSpPr/>
          <p:nvPr/>
        </p:nvSpPr>
        <p:spPr>
          <a:xfrm>
            <a:off x="5829154" y="6553199"/>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2" name="Google Shape;112;p2"/>
          <p:cNvSpPr/>
          <p:nvPr/>
        </p:nvSpPr>
        <p:spPr>
          <a:xfrm>
            <a:off x="5981550" y="6553199"/>
            <a:ext cx="76198" cy="76200"/>
          </a:xfrm>
          <a:prstGeom prst="roundRect">
            <a:avLst>
              <a:gd name="adj" fmla="val 249975000"/>
            </a:avLst>
          </a:prstGeom>
          <a:solidFill>
            <a:srgbClr val="1284B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3" name="Google Shape;113;p2"/>
          <p:cNvSpPr/>
          <p:nvPr/>
        </p:nvSpPr>
        <p:spPr>
          <a:xfrm>
            <a:off x="6133946" y="6553199"/>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4" name="Google Shape;114;p2"/>
          <p:cNvSpPr/>
          <p:nvPr/>
        </p:nvSpPr>
        <p:spPr>
          <a:xfrm>
            <a:off x="6286342" y="6553199"/>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15" name="Google Shape;115;p2"/>
          <p:cNvPicPr preferRelativeResize="0"/>
          <p:nvPr/>
        </p:nvPicPr>
        <p:blipFill rotWithShape="1">
          <a:blip r:embed="rId5">
            <a:alphaModFix/>
          </a:blip>
          <a:srcRect/>
          <a:stretch/>
        </p:blipFill>
        <p:spPr>
          <a:xfrm>
            <a:off x="4067222" y="4130792"/>
            <a:ext cx="2492866" cy="2354825"/>
          </a:xfrm>
          <a:prstGeom prst="rect">
            <a:avLst/>
          </a:prstGeom>
          <a:noFill/>
          <a:ln>
            <a:noFill/>
          </a:ln>
        </p:spPr>
      </p:pic>
      <p:sp>
        <p:nvSpPr>
          <p:cNvPr id="116" name="Google Shape;116;p2"/>
          <p:cNvSpPr txBox="1"/>
          <p:nvPr/>
        </p:nvSpPr>
        <p:spPr>
          <a:xfrm>
            <a:off x="4507871" y="3750688"/>
            <a:ext cx="1664174" cy="380104"/>
          </a:xfrm>
          <a:prstGeom prst="rect">
            <a:avLst/>
          </a:prstGeom>
          <a:noFill/>
          <a:ln>
            <a:noFill/>
          </a:ln>
        </p:spPr>
        <p:txBody>
          <a:bodyPr spcFirstLastPara="1" wrap="square" lIns="73150" tIns="54850" rIns="73150" bIns="54850" anchor="ctr" anchorCtr="0">
            <a:spAutoFit/>
          </a:bodyPr>
          <a:lstStyle/>
          <a:p>
            <a:pPr marL="0" marR="0" lvl="0" indent="0" algn="l" rtl="0">
              <a:lnSpc>
                <a:spcPct val="115555"/>
              </a:lnSpc>
              <a:spcBef>
                <a:spcPts val="0"/>
              </a:spcBef>
              <a:spcAft>
                <a:spcPts val="0"/>
              </a:spcAft>
              <a:buNone/>
            </a:pPr>
            <a:r>
              <a:rPr lang="en-US" sz="1800" b="1">
                <a:solidFill>
                  <a:srgbClr val="1284BA"/>
                </a:solidFill>
                <a:latin typeface="Source Code Pro"/>
                <a:ea typeface="Source Code Pro"/>
                <a:cs typeface="Source Code Pro"/>
                <a:sym typeface="Source Code Pro"/>
              </a:rPr>
              <a:t>Chess Board</a:t>
            </a:r>
            <a:endParaRPr sz="1800" b="1">
              <a:solidFill>
                <a:srgbClr val="1284BA"/>
              </a:solidFill>
              <a:latin typeface="Source Code Pro"/>
              <a:ea typeface="Source Code Pro"/>
              <a:cs typeface="Source Code Pro"/>
              <a:sym typeface="Source Code Pro"/>
            </a:endParaRPr>
          </a:p>
        </p:txBody>
      </p:sp>
      <p:sp>
        <p:nvSpPr>
          <p:cNvPr id="7" name="Date Placeholder 6">
            <a:extLst>
              <a:ext uri="{FF2B5EF4-FFF2-40B4-BE49-F238E27FC236}">
                <a16:creationId xmlns:a16="http://schemas.microsoft.com/office/drawing/2014/main" id="{5FF9F14C-656B-69C3-0FE8-E5A6AB33A07B}"/>
              </a:ext>
            </a:extLst>
          </p:cNvPr>
          <p:cNvSpPr>
            <a:spLocks noGrp="1"/>
          </p:cNvSpPr>
          <p:nvPr>
            <p:ph type="dt" idx="10"/>
          </p:nvPr>
        </p:nvSpPr>
        <p:spPr/>
        <p:txBody>
          <a:bodyPr/>
          <a:lstStyle/>
          <a:p>
            <a:fld id="{B39AE11E-A222-400F-9A18-9B74D19598D3}" type="datetime1">
              <a:rPr lang="en-US" smtClean="0"/>
              <a:t>3/7/2026</a:t>
            </a:fld>
            <a:endParaRPr lang="en-US" dirty="0"/>
          </a:p>
        </p:txBody>
      </p:sp>
      <p:sp>
        <p:nvSpPr>
          <p:cNvPr id="8" name="Slide Number Placeholder 7">
            <a:extLst>
              <a:ext uri="{FF2B5EF4-FFF2-40B4-BE49-F238E27FC236}">
                <a16:creationId xmlns:a16="http://schemas.microsoft.com/office/drawing/2014/main" id="{4CC90F02-2901-A712-7F3E-773CA5406C88}"/>
              </a:ext>
            </a:extLst>
          </p:cNvPr>
          <p:cNvSpPr>
            <a:spLocks noGrp="1"/>
          </p:cNvSpPr>
          <p:nvPr>
            <p:ph type="sldNum" idx="12"/>
          </p:nvPr>
        </p:nvSpPr>
        <p:spPr>
          <a:xfrm>
            <a:off x="9601200" y="6351269"/>
            <a:ext cx="2133600" cy="365125"/>
          </a:xfrm>
        </p:spPr>
        <p:txBody>
          <a:bodyPr/>
          <a:lstStyle/>
          <a:p>
            <a:pPr marL="0" lvl="0" indent="0" algn="r" rtl="0">
              <a:spcBef>
                <a:spcPts val="0"/>
              </a:spcBef>
              <a:spcAft>
                <a:spcPts val="0"/>
              </a:spcAft>
              <a:buNone/>
            </a:pPr>
            <a:fld id="{00000000-1234-1234-1234-123412341234}" type="slidenum">
              <a:rPr lang="en-US" smtClean="0"/>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FEFEFE"/>
            </a:gs>
            <a:gs pos="100000">
              <a:srgbClr val="F0F7FB"/>
            </a:gs>
          </a:gsLst>
          <a:lin ang="8100000" scaled="0"/>
        </a:gradFill>
        <a:effectLst/>
      </p:bgPr>
    </p:bg>
    <p:spTree>
      <p:nvGrpSpPr>
        <p:cNvPr id="1" name="Shape 121"/>
        <p:cNvGrpSpPr/>
        <p:nvPr/>
      </p:nvGrpSpPr>
      <p:grpSpPr>
        <a:xfrm>
          <a:off x="0" y="0"/>
          <a:ext cx="0" cy="0"/>
          <a:chOff x="0" y="0"/>
          <a:chExt cx="0" cy="0"/>
        </a:xfrm>
      </p:grpSpPr>
      <p:sp>
        <p:nvSpPr>
          <p:cNvPr id="122" name="Google Shape;122;p3"/>
          <p:cNvSpPr/>
          <p:nvPr/>
        </p:nvSpPr>
        <p:spPr>
          <a:xfrm>
            <a:off x="0" y="0"/>
            <a:ext cx="12191695" cy="809625"/>
          </a:xfrm>
          <a:prstGeom prst="rect">
            <a:avLst/>
          </a:prstGeom>
          <a:solidFill>
            <a:srgbClr val="1284BA">
              <a:alpha val="4705"/>
            </a:srgbClr>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23" name="Google Shape;123;p3" descr="image.png"/>
          <p:cNvPicPr preferRelativeResize="0"/>
          <p:nvPr/>
        </p:nvPicPr>
        <p:blipFill rotWithShape="1">
          <a:blip r:embed="rId3">
            <a:alphaModFix/>
          </a:blip>
          <a:srcRect/>
          <a:stretch/>
        </p:blipFill>
        <p:spPr>
          <a:xfrm>
            <a:off x="609584" y="254946"/>
            <a:ext cx="476238" cy="402349"/>
          </a:xfrm>
          <a:prstGeom prst="rect">
            <a:avLst/>
          </a:prstGeom>
          <a:noFill/>
          <a:ln>
            <a:noFill/>
          </a:ln>
        </p:spPr>
      </p:pic>
      <p:sp>
        <p:nvSpPr>
          <p:cNvPr id="124" name="Google Shape;124;p3"/>
          <p:cNvSpPr txBox="1"/>
          <p:nvPr/>
        </p:nvSpPr>
        <p:spPr>
          <a:xfrm>
            <a:off x="1110950" y="222196"/>
            <a:ext cx="3603807" cy="467820"/>
          </a:xfrm>
          <a:prstGeom prst="rect">
            <a:avLst/>
          </a:prstGeom>
          <a:noFill/>
          <a:ln>
            <a:noFill/>
          </a:ln>
        </p:spPr>
        <p:txBody>
          <a:bodyPr spcFirstLastPara="1" wrap="square" lIns="73150" tIns="54850" rIns="73150" bIns="54850" anchor="ctr" anchorCtr="0">
            <a:spAutoFit/>
          </a:bodyPr>
          <a:lstStyle/>
          <a:p>
            <a:pPr marL="0" marR="0" lvl="0" indent="0" algn="l" rtl="0">
              <a:lnSpc>
                <a:spcPct val="81250"/>
              </a:lnSpc>
              <a:spcBef>
                <a:spcPts val="0"/>
              </a:spcBef>
              <a:spcAft>
                <a:spcPts val="0"/>
              </a:spcAft>
              <a:buNone/>
            </a:pPr>
            <a:r>
              <a:rPr lang="en-US" sz="3200" b="1">
                <a:solidFill>
                  <a:srgbClr val="1284BA"/>
                </a:solidFill>
                <a:latin typeface="Source Code Pro"/>
                <a:ea typeface="Source Code Pro"/>
                <a:cs typeface="Source Code Pro"/>
                <a:sym typeface="Source Code Pro"/>
              </a:rPr>
              <a:t>Game Equipment</a:t>
            </a:r>
            <a:endParaRPr/>
          </a:p>
        </p:txBody>
      </p:sp>
      <p:sp>
        <p:nvSpPr>
          <p:cNvPr id="125" name="Google Shape;125;p3"/>
          <p:cNvSpPr/>
          <p:nvPr/>
        </p:nvSpPr>
        <p:spPr>
          <a:xfrm>
            <a:off x="609584" y="1885950"/>
            <a:ext cx="3457488" cy="3590924"/>
          </a:xfrm>
          <a:prstGeom prst="roundRect">
            <a:avLst>
              <a:gd name="adj" fmla="val 6611"/>
            </a:avLst>
          </a:prstGeom>
          <a:solidFill>
            <a:srgbClr val="FFFFFF"/>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6" name="Google Shape;126;p3"/>
          <p:cNvSpPr/>
          <p:nvPr/>
        </p:nvSpPr>
        <p:spPr>
          <a:xfrm rot="-5400000">
            <a:off x="-1119838" y="3615372"/>
            <a:ext cx="3590924" cy="132080"/>
          </a:xfrm>
          <a:prstGeom prst="round2SameRect">
            <a:avLst>
              <a:gd name="adj1" fmla="val 50000"/>
              <a:gd name="adj2" fmla="val 0"/>
            </a:avLst>
          </a:prstGeom>
          <a:solidFill>
            <a:srgbClr val="1284B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7" name="Google Shape;127;p3"/>
          <p:cNvSpPr/>
          <p:nvPr/>
        </p:nvSpPr>
        <p:spPr>
          <a:xfrm>
            <a:off x="952476" y="2190749"/>
            <a:ext cx="609584" cy="609600"/>
          </a:xfrm>
          <a:prstGeom prst="roundRect">
            <a:avLst>
              <a:gd name="adj" fmla="val 31246875"/>
            </a:avLst>
          </a:prstGeom>
          <a:solidFill>
            <a:srgbClr val="1284BA">
              <a:alpha val="9803"/>
            </a:srgbClr>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28" name="Google Shape;128;p3" descr="image.png"/>
          <p:cNvPicPr preferRelativeResize="0"/>
          <p:nvPr/>
        </p:nvPicPr>
        <p:blipFill rotWithShape="1">
          <a:blip r:embed="rId4">
            <a:alphaModFix/>
          </a:blip>
          <a:srcRect/>
          <a:stretch/>
        </p:blipFill>
        <p:spPr>
          <a:xfrm>
            <a:off x="1085822" y="2350704"/>
            <a:ext cx="342891" cy="289691"/>
          </a:xfrm>
          <a:prstGeom prst="rect">
            <a:avLst/>
          </a:prstGeom>
          <a:noFill/>
          <a:ln>
            <a:noFill/>
          </a:ln>
        </p:spPr>
      </p:pic>
      <p:sp>
        <p:nvSpPr>
          <p:cNvPr id="129" name="Google Shape;129;p3"/>
          <p:cNvSpPr txBox="1"/>
          <p:nvPr/>
        </p:nvSpPr>
        <p:spPr>
          <a:xfrm>
            <a:off x="1639525" y="2326558"/>
            <a:ext cx="1686616" cy="380104"/>
          </a:xfrm>
          <a:prstGeom prst="rect">
            <a:avLst/>
          </a:prstGeom>
          <a:noFill/>
          <a:ln>
            <a:noFill/>
          </a:ln>
        </p:spPr>
        <p:txBody>
          <a:bodyPr spcFirstLastPara="1" wrap="square" lIns="73150" tIns="54850" rIns="73150" bIns="54850" anchor="ctr" anchorCtr="0">
            <a:spAutoFit/>
          </a:bodyPr>
          <a:lstStyle/>
          <a:p>
            <a:pPr marL="0" marR="0" lvl="0" indent="0" algn="l" rtl="0">
              <a:lnSpc>
                <a:spcPct val="104000"/>
              </a:lnSpc>
              <a:spcBef>
                <a:spcPts val="0"/>
              </a:spcBef>
              <a:spcAft>
                <a:spcPts val="0"/>
              </a:spcAft>
              <a:buNone/>
            </a:pPr>
            <a:r>
              <a:rPr lang="en-US" sz="2000" b="1">
                <a:solidFill>
                  <a:srgbClr val="1284BA"/>
                </a:solidFill>
                <a:latin typeface="Source Code Pro"/>
                <a:ea typeface="Source Code Pro"/>
                <a:cs typeface="Source Code Pro"/>
                <a:sym typeface="Source Code Pro"/>
              </a:rPr>
              <a:t>Game Board</a:t>
            </a:r>
            <a:endParaRPr/>
          </a:p>
        </p:txBody>
      </p:sp>
      <p:sp>
        <p:nvSpPr>
          <p:cNvPr id="130" name="Google Shape;130;p3"/>
          <p:cNvSpPr txBox="1"/>
          <p:nvPr/>
        </p:nvSpPr>
        <p:spPr>
          <a:xfrm>
            <a:off x="952476" y="3028950"/>
            <a:ext cx="2809804" cy="628650"/>
          </a:xfrm>
          <a:prstGeom prst="rect">
            <a:avLst/>
          </a:prstGeom>
          <a:noFill/>
          <a:ln>
            <a:noFill/>
          </a:ln>
        </p:spPr>
        <p:txBody>
          <a:bodyPr spcFirstLastPara="1" wrap="square" lIns="73150" tIns="54850" rIns="73150" bIns="54850" anchor="ctr" anchorCtr="0">
            <a:spAutoFit/>
          </a:bodyPr>
          <a:lstStyle/>
          <a:p>
            <a:pPr marL="0" marR="0" lvl="0" indent="0" algn="l" rtl="0">
              <a:lnSpc>
                <a:spcPct val="130000"/>
              </a:lnSpc>
              <a:spcBef>
                <a:spcPts val="0"/>
              </a:spcBef>
              <a:spcAft>
                <a:spcPts val="0"/>
              </a:spcAft>
              <a:buNone/>
            </a:pPr>
            <a:r>
              <a:rPr lang="en-US" sz="1196" b="0">
                <a:solidFill>
                  <a:srgbClr val="555555"/>
                </a:solidFill>
                <a:latin typeface="Roboto"/>
                <a:ea typeface="Roboto"/>
                <a:cs typeface="Roboto"/>
                <a:sym typeface="Roboto"/>
              </a:rPr>
              <a:t> </a:t>
            </a:r>
            <a:r>
              <a:rPr lang="en-US" sz="1600" b="1">
                <a:solidFill>
                  <a:srgbClr val="1284BA"/>
                </a:solidFill>
                <a:latin typeface="Roboto"/>
                <a:ea typeface="Roboto"/>
                <a:cs typeface="Roboto"/>
                <a:sym typeface="Roboto"/>
              </a:rPr>
              <a:t>Circular board</a:t>
            </a:r>
            <a:r>
              <a:rPr lang="en-US" sz="1600" b="0">
                <a:solidFill>
                  <a:srgbClr val="555555"/>
                </a:solidFill>
                <a:latin typeface="Roboto"/>
                <a:ea typeface="Roboto"/>
                <a:cs typeface="Roboto"/>
                <a:sym typeface="Roboto"/>
              </a:rPr>
              <a:t> with </a:t>
            </a:r>
            <a:r>
              <a:rPr lang="en-US" sz="1600" b="1">
                <a:solidFill>
                  <a:srgbClr val="FF862F"/>
                </a:solidFill>
                <a:latin typeface="Roboto"/>
                <a:ea typeface="Roboto"/>
                <a:cs typeface="Roboto"/>
                <a:sym typeface="Roboto"/>
              </a:rPr>
              <a:t>21</a:t>
            </a:r>
            <a:r>
              <a:rPr lang="en-US" sz="1600" b="0">
                <a:solidFill>
                  <a:srgbClr val="555555"/>
                </a:solidFill>
                <a:latin typeface="Roboto"/>
                <a:ea typeface="Roboto"/>
                <a:cs typeface="Roboto"/>
                <a:sym typeface="Roboto"/>
              </a:rPr>
              <a:t> intersection points </a:t>
            </a:r>
            <a:endParaRPr/>
          </a:p>
        </p:txBody>
      </p:sp>
      <p:sp>
        <p:nvSpPr>
          <p:cNvPr id="131" name="Google Shape;131;p3"/>
          <p:cNvSpPr txBox="1"/>
          <p:nvPr/>
        </p:nvSpPr>
        <p:spPr>
          <a:xfrm>
            <a:off x="952476" y="3794857"/>
            <a:ext cx="2809804" cy="649409"/>
          </a:xfrm>
          <a:prstGeom prst="rect">
            <a:avLst/>
          </a:prstGeom>
          <a:noFill/>
          <a:ln>
            <a:noFill/>
          </a:ln>
        </p:spPr>
        <p:txBody>
          <a:bodyPr spcFirstLastPara="1" wrap="square" lIns="73150" tIns="54850" rIns="73150" bIns="54850" anchor="ctr" anchorCtr="0">
            <a:spAutoFit/>
          </a:bodyPr>
          <a:lstStyle/>
          <a:p>
            <a:pPr marL="0" marR="0" lvl="0" indent="0" algn="l" rtl="0">
              <a:lnSpc>
                <a:spcPct val="130000"/>
              </a:lnSpc>
              <a:spcBef>
                <a:spcPts val="0"/>
              </a:spcBef>
              <a:spcAft>
                <a:spcPts val="0"/>
              </a:spcAft>
              <a:buNone/>
            </a:pPr>
            <a:r>
              <a:rPr lang="en-US" sz="1600" b="0">
                <a:solidFill>
                  <a:srgbClr val="555555"/>
                </a:solidFill>
                <a:latin typeface="Roboto"/>
                <a:ea typeface="Roboto"/>
                <a:cs typeface="Roboto"/>
                <a:sym typeface="Roboto"/>
              </a:rPr>
              <a:t>Connected by lines for movement</a:t>
            </a:r>
            <a:endParaRPr/>
          </a:p>
        </p:txBody>
      </p:sp>
      <p:sp>
        <p:nvSpPr>
          <p:cNvPr id="132" name="Google Shape;132;p3"/>
          <p:cNvSpPr txBox="1"/>
          <p:nvPr/>
        </p:nvSpPr>
        <p:spPr>
          <a:xfrm>
            <a:off x="952476" y="4762344"/>
            <a:ext cx="1919051" cy="324769"/>
          </a:xfrm>
          <a:prstGeom prst="rect">
            <a:avLst/>
          </a:prstGeom>
          <a:noFill/>
          <a:ln>
            <a:noFill/>
          </a:ln>
        </p:spPr>
        <p:txBody>
          <a:bodyPr spcFirstLastPara="1" wrap="square" lIns="73150" tIns="54850" rIns="73150" bIns="54850" anchor="ctr" anchorCtr="0">
            <a:spAutoFit/>
          </a:bodyPr>
          <a:lstStyle/>
          <a:p>
            <a:pPr marL="0" marR="0" lvl="0" indent="0" algn="l" rtl="0">
              <a:lnSpc>
                <a:spcPct val="130000"/>
              </a:lnSpc>
              <a:spcBef>
                <a:spcPts val="0"/>
              </a:spcBef>
              <a:spcAft>
                <a:spcPts val="0"/>
              </a:spcAft>
              <a:buNone/>
            </a:pPr>
            <a:r>
              <a:rPr lang="en-US" sz="1400" b="0">
                <a:solidFill>
                  <a:srgbClr val="999999"/>
                </a:solidFill>
                <a:latin typeface="Roboto"/>
                <a:ea typeface="Roboto"/>
                <a:cs typeface="Roboto"/>
                <a:sym typeface="Roboto"/>
              </a:rPr>
              <a:t>Similar to globe shape</a:t>
            </a:r>
            <a:endParaRPr/>
          </a:p>
        </p:txBody>
      </p:sp>
      <p:sp>
        <p:nvSpPr>
          <p:cNvPr id="133" name="Google Shape;133;p3"/>
          <p:cNvSpPr/>
          <p:nvPr/>
        </p:nvSpPr>
        <p:spPr>
          <a:xfrm>
            <a:off x="4371865" y="1885950"/>
            <a:ext cx="3457488" cy="3590924"/>
          </a:xfrm>
          <a:prstGeom prst="roundRect">
            <a:avLst>
              <a:gd name="adj" fmla="val 6611"/>
            </a:avLst>
          </a:prstGeom>
          <a:solidFill>
            <a:srgbClr val="FFFFFF"/>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4" name="Google Shape;134;p3"/>
          <p:cNvSpPr/>
          <p:nvPr/>
        </p:nvSpPr>
        <p:spPr>
          <a:xfrm rot="-5400000">
            <a:off x="2642443" y="3615372"/>
            <a:ext cx="3590924" cy="132080"/>
          </a:xfrm>
          <a:prstGeom prst="round2SameRect">
            <a:avLst>
              <a:gd name="adj1" fmla="val 50000"/>
              <a:gd name="adj2" fmla="val 0"/>
            </a:avLst>
          </a:prstGeom>
          <a:solidFill>
            <a:srgbClr val="1284B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5" name="Google Shape;135;p3"/>
          <p:cNvSpPr/>
          <p:nvPr/>
        </p:nvSpPr>
        <p:spPr>
          <a:xfrm>
            <a:off x="4714757" y="2190749"/>
            <a:ext cx="609584" cy="609600"/>
          </a:xfrm>
          <a:prstGeom prst="roundRect">
            <a:avLst>
              <a:gd name="adj" fmla="val 31246875"/>
            </a:avLst>
          </a:prstGeom>
          <a:solidFill>
            <a:srgbClr val="1284BA">
              <a:alpha val="9803"/>
            </a:srgbClr>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36" name="Google Shape;136;p3" descr="image.png"/>
          <p:cNvPicPr preferRelativeResize="0"/>
          <p:nvPr/>
        </p:nvPicPr>
        <p:blipFill rotWithShape="1">
          <a:blip r:embed="rId5">
            <a:alphaModFix/>
          </a:blip>
          <a:srcRect/>
          <a:stretch/>
        </p:blipFill>
        <p:spPr>
          <a:xfrm>
            <a:off x="4848103" y="2362528"/>
            <a:ext cx="342891" cy="266043"/>
          </a:xfrm>
          <a:prstGeom prst="rect">
            <a:avLst/>
          </a:prstGeom>
          <a:noFill/>
          <a:ln>
            <a:noFill/>
          </a:ln>
        </p:spPr>
      </p:pic>
      <p:sp>
        <p:nvSpPr>
          <p:cNvPr id="137" name="Google Shape;137;p3"/>
          <p:cNvSpPr txBox="1"/>
          <p:nvPr/>
        </p:nvSpPr>
        <p:spPr>
          <a:xfrm>
            <a:off x="5445858" y="2331908"/>
            <a:ext cx="1840504" cy="380104"/>
          </a:xfrm>
          <a:prstGeom prst="rect">
            <a:avLst/>
          </a:prstGeom>
          <a:noFill/>
          <a:ln>
            <a:noFill/>
          </a:ln>
        </p:spPr>
        <p:txBody>
          <a:bodyPr spcFirstLastPara="1" wrap="square" lIns="73150" tIns="54850" rIns="73150" bIns="54850" anchor="ctr" anchorCtr="0">
            <a:spAutoFit/>
          </a:bodyPr>
          <a:lstStyle/>
          <a:p>
            <a:pPr marL="0" marR="0" lvl="0" indent="0" algn="l" rtl="0">
              <a:lnSpc>
                <a:spcPct val="104000"/>
              </a:lnSpc>
              <a:spcBef>
                <a:spcPts val="0"/>
              </a:spcBef>
              <a:spcAft>
                <a:spcPts val="0"/>
              </a:spcAft>
              <a:buNone/>
            </a:pPr>
            <a:r>
              <a:rPr lang="en-US" sz="2000" b="1">
                <a:solidFill>
                  <a:srgbClr val="1284BA"/>
                </a:solidFill>
                <a:latin typeface="Source Code Pro"/>
                <a:ea typeface="Source Code Pro"/>
                <a:cs typeface="Source Code Pro"/>
                <a:sym typeface="Source Code Pro"/>
              </a:rPr>
              <a:t>Game Tokens</a:t>
            </a:r>
            <a:endParaRPr/>
          </a:p>
        </p:txBody>
      </p:sp>
      <p:sp>
        <p:nvSpPr>
          <p:cNvPr id="138" name="Google Shape;138;p3"/>
          <p:cNvSpPr txBox="1"/>
          <p:nvPr/>
        </p:nvSpPr>
        <p:spPr>
          <a:xfrm>
            <a:off x="4714757" y="3011146"/>
            <a:ext cx="1584023" cy="359457"/>
          </a:xfrm>
          <a:prstGeom prst="rect">
            <a:avLst/>
          </a:prstGeom>
          <a:noFill/>
          <a:ln>
            <a:noFill/>
          </a:ln>
        </p:spPr>
        <p:txBody>
          <a:bodyPr spcFirstLastPara="1" wrap="square" lIns="73150" tIns="54850" rIns="73150" bIns="54850" anchor="ctr" anchorCtr="0">
            <a:spAutoFit/>
          </a:bodyPr>
          <a:lstStyle/>
          <a:p>
            <a:pPr marL="0" marR="0" lvl="0" indent="0" algn="l" rtl="0">
              <a:lnSpc>
                <a:spcPct val="130000"/>
              </a:lnSpc>
              <a:spcBef>
                <a:spcPts val="0"/>
              </a:spcBef>
              <a:spcAft>
                <a:spcPts val="0"/>
              </a:spcAft>
              <a:buNone/>
            </a:pPr>
            <a:r>
              <a:rPr lang="en-US" sz="1196" b="0">
                <a:solidFill>
                  <a:srgbClr val="555555"/>
                </a:solidFill>
                <a:latin typeface="Roboto"/>
                <a:ea typeface="Roboto"/>
                <a:cs typeface="Roboto"/>
                <a:sym typeface="Roboto"/>
              </a:rPr>
              <a:t> </a:t>
            </a:r>
            <a:r>
              <a:rPr lang="en-US" sz="1600" b="1">
                <a:solidFill>
                  <a:srgbClr val="FF862F"/>
                </a:solidFill>
                <a:latin typeface="Roboto"/>
                <a:ea typeface="Roboto"/>
                <a:cs typeface="Roboto"/>
                <a:sym typeface="Roboto"/>
              </a:rPr>
              <a:t>12</a:t>
            </a:r>
            <a:r>
              <a:rPr lang="en-US" sz="1600" b="0">
                <a:solidFill>
                  <a:srgbClr val="555555"/>
                </a:solidFill>
                <a:latin typeface="Roboto"/>
                <a:ea typeface="Roboto"/>
                <a:cs typeface="Roboto"/>
                <a:sym typeface="Roboto"/>
              </a:rPr>
              <a:t> tokens total </a:t>
            </a:r>
            <a:endParaRPr/>
          </a:p>
        </p:txBody>
      </p:sp>
      <p:sp>
        <p:nvSpPr>
          <p:cNvPr id="139" name="Google Shape;139;p3"/>
          <p:cNvSpPr txBox="1"/>
          <p:nvPr/>
        </p:nvSpPr>
        <p:spPr>
          <a:xfrm>
            <a:off x="4714757" y="3487395"/>
            <a:ext cx="1792414" cy="359457"/>
          </a:xfrm>
          <a:prstGeom prst="rect">
            <a:avLst/>
          </a:prstGeom>
          <a:noFill/>
          <a:ln>
            <a:noFill/>
          </a:ln>
        </p:spPr>
        <p:txBody>
          <a:bodyPr spcFirstLastPara="1" wrap="square" lIns="73150" tIns="54850" rIns="73150" bIns="54850" anchor="ctr" anchorCtr="0">
            <a:spAutoFit/>
          </a:bodyPr>
          <a:lstStyle/>
          <a:p>
            <a:pPr marL="0" marR="0" lvl="0" indent="0" algn="l" rtl="0">
              <a:lnSpc>
                <a:spcPct val="130000"/>
              </a:lnSpc>
              <a:spcBef>
                <a:spcPts val="0"/>
              </a:spcBef>
              <a:spcAft>
                <a:spcPts val="0"/>
              </a:spcAft>
              <a:buNone/>
            </a:pPr>
            <a:r>
              <a:rPr lang="en-US" sz="1600" b="0">
                <a:solidFill>
                  <a:srgbClr val="555555"/>
                </a:solidFill>
                <a:latin typeface="Roboto"/>
                <a:ea typeface="Roboto"/>
                <a:cs typeface="Roboto"/>
                <a:sym typeface="Roboto"/>
              </a:rPr>
              <a:t> </a:t>
            </a:r>
            <a:r>
              <a:rPr lang="en-US" sz="1600" b="1">
                <a:solidFill>
                  <a:srgbClr val="FF862F"/>
                </a:solidFill>
                <a:latin typeface="Roboto"/>
                <a:ea typeface="Roboto"/>
                <a:cs typeface="Roboto"/>
                <a:sym typeface="Roboto"/>
              </a:rPr>
              <a:t>6</a:t>
            </a:r>
            <a:r>
              <a:rPr lang="en-US" sz="1600" b="0">
                <a:solidFill>
                  <a:srgbClr val="555555"/>
                </a:solidFill>
                <a:latin typeface="Roboto"/>
                <a:ea typeface="Roboto"/>
                <a:cs typeface="Roboto"/>
                <a:sym typeface="Roboto"/>
              </a:rPr>
              <a:t> for each player </a:t>
            </a:r>
            <a:endParaRPr/>
          </a:p>
        </p:txBody>
      </p:sp>
      <p:sp>
        <p:nvSpPr>
          <p:cNvPr id="140" name="Google Shape;140;p3"/>
          <p:cNvSpPr txBox="1"/>
          <p:nvPr/>
        </p:nvSpPr>
        <p:spPr>
          <a:xfrm>
            <a:off x="4748093" y="3920476"/>
            <a:ext cx="2466913" cy="359457"/>
          </a:xfrm>
          <a:prstGeom prst="rect">
            <a:avLst/>
          </a:prstGeom>
          <a:noFill/>
          <a:ln>
            <a:noFill/>
          </a:ln>
        </p:spPr>
        <p:txBody>
          <a:bodyPr spcFirstLastPara="1" wrap="square" lIns="73150" tIns="54850" rIns="73150" bIns="54850" anchor="ctr" anchorCtr="0">
            <a:spAutoFit/>
          </a:bodyPr>
          <a:lstStyle/>
          <a:p>
            <a:pPr marL="0" marR="0" lvl="0" indent="0" algn="l" rtl="0">
              <a:lnSpc>
                <a:spcPct val="130000"/>
              </a:lnSpc>
              <a:spcBef>
                <a:spcPts val="0"/>
              </a:spcBef>
              <a:spcAft>
                <a:spcPts val="0"/>
              </a:spcAft>
              <a:buNone/>
            </a:pPr>
            <a:r>
              <a:rPr lang="en-US" sz="1600" b="0">
                <a:solidFill>
                  <a:srgbClr val="555555"/>
                </a:solidFill>
                <a:latin typeface="Roboto"/>
                <a:ea typeface="Roboto"/>
                <a:cs typeface="Roboto"/>
                <a:sym typeface="Roboto"/>
              </a:rPr>
              <a:t>Distinct colors or shapes</a:t>
            </a:r>
            <a:endParaRPr/>
          </a:p>
        </p:txBody>
      </p:sp>
      <p:sp>
        <p:nvSpPr>
          <p:cNvPr id="141" name="Google Shape;141;p3"/>
          <p:cNvSpPr txBox="1"/>
          <p:nvPr/>
        </p:nvSpPr>
        <p:spPr>
          <a:xfrm>
            <a:off x="4714757" y="4733465"/>
            <a:ext cx="2903295" cy="324769"/>
          </a:xfrm>
          <a:prstGeom prst="rect">
            <a:avLst/>
          </a:prstGeom>
          <a:noFill/>
          <a:ln>
            <a:noFill/>
          </a:ln>
        </p:spPr>
        <p:txBody>
          <a:bodyPr spcFirstLastPara="1" wrap="square" lIns="73150" tIns="54850" rIns="73150" bIns="54850" anchor="ctr" anchorCtr="0">
            <a:spAutoFit/>
          </a:bodyPr>
          <a:lstStyle/>
          <a:p>
            <a:pPr marL="0" marR="0" lvl="0" indent="0" algn="l" rtl="0">
              <a:lnSpc>
                <a:spcPct val="130000"/>
              </a:lnSpc>
              <a:spcBef>
                <a:spcPts val="0"/>
              </a:spcBef>
              <a:spcAft>
                <a:spcPts val="0"/>
              </a:spcAft>
              <a:buNone/>
            </a:pPr>
            <a:r>
              <a:rPr lang="en-US" sz="1400" b="0">
                <a:solidFill>
                  <a:srgbClr val="999999"/>
                </a:solidFill>
                <a:latin typeface="Roboto"/>
                <a:ea typeface="Roboto"/>
                <a:cs typeface="Roboto"/>
                <a:sym typeface="Roboto"/>
              </a:rPr>
              <a:t>Coins, buttons, beads can be used</a:t>
            </a:r>
            <a:endParaRPr/>
          </a:p>
        </p:txBody>
      </p:sp>
      <p:sp>
        <p:nvSpPr>
          <p:cNvPr id="142" name="Google Shape;142;p3"/>
          <p:cNvSpPr/>
          <p:nvPr/>
        </p:nvSpPr>
        <p:spPr>
          <a:xfrm>
            <a:off x="8124621" y="1885950"/>
            <a:ext cx="3457488" cy="3590924"/>
          </a:xfrm>
          <a:prstGeom prst="roundRect">
            <a:avLst>
              <a:gd name="adj" fmla="val 6611"/>
            </a:avLst>
          </a:prstGeom>
          <a:solidFill>
            <a:srgbClr val="FFFFFF"/>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3" name="Google Shape;143;p3"/>
          <p:cNvSpPr/>
          <p:nvPr/>
        </p:nvSpPr>
        <p:spPr>
          <a:xfrm rot="-5400000">
            <a:off x="6395199" y="3615372"/>
            <a:ext cx="3590924" cy="132080"/>
          </a:xfrm>
          <a:prstGeom prst="round2SameRect">
            <a:avLst>
              <a:gd name="adj1" fmla="val 50000"/>
              <a:gd name="adj2" fmla="val 0"/>
            </a:avLst>
          </a:prstGeom>
          <a:solidFill>
            <a:srgbClr val="1284B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4" name="Google Shape;144;p3"/>
          <p:cNvSpPr/>
          <p:nvPr/>
        </p:nvSpPr>
        <p:spPr>
          <a:xfrm>
            <a:off x="8467513" y="2190749"/>
            <a:ext cx="609584" cy="609600"/>
          </a:xfrm>
          <a:prstGeom prst="roundRect">
            <a:avLst>
              <a:gd name="adj" fmla="val 31246875"/>
            </a:avLst>
          </a:prstGeom>
          <a:solidFill>
            <a:srgbClr val="1284BA">
              <a:alpha val="9803"/>
            </a:srgbClr>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45" name="Google Shape;145;p3" descr="image.png"/>
          <p:cNvPicPr preferRelativeResize="0"/>
          <p:nvPr/>
        </p:nvPicPr>
        <p:blipFill rotWithShape="1">
          <a:blip r:embed="rId6">
            <a:alphaModFix/>
          </a:blip>
          <a:srcRect/>
          <a:stretch/>
        </p:blipFill>
        <p:spPr>
          <a:xfrm>
            <a:off x="8600859" y="2403912"/>
            <a:ext cx="342891" cy="183274"/>
          </a:xfrm>
          <a:prstGeom prst="rect">
            <a:avLst/>
          </a:prstGeom>
          <a:noFill/>
          <a:ln>
            <a:noFill/>
          </a:ln>
        </p:spPr>
      </p:pic>
      <p:sp>
        <p:nvSpPr>
          <p:cNvPr id="146" name="Google Shape;146;p3"/>
          <p:cNvSpPr txBox="1"/>
          <p:nvPr/>
        </p:nvSpPr>
        <p:spPr>
          <a:xfrm>
            <a:off x="9210443" y="2354235"/>
            <a:ext cx="1487667" cy="380104"/>
          </a:xfrm>
          <a:prstGeom prst="rect">
            <a:avLst/>
          </a:prstGeom>
          <a:noFill/>
          <a:ln>
            <a:noFill/>
          </a:ln>
        </p:spPr>
        <p:txBody>
          <a:bodyPr spcFirstLastPara="1" wrap="square" lIns="73150" tIns="54850" rIns="73150" bIns="54850" anchor="ctr" anchorCtr="0">
            <a:spAutoFit/>
          </a:bodyPr>
          <a:lstStyle/>
          <a:p>
            <a:pPr marL="0" marR="0" lvl="0" indent="0" algn="l" rtl="0">
              <a:lnSpc>
                <a:spcPct val="104000"/>
              </a:lnSpc>
              <a:spcBef>
                <a:spcPts val="0"/>
              </a:spcBef>
              <a:spcAft>
                <a:spcPts val="0"/>
              </a:spcAft>
              <a:buNone/>
            </a:pPr>
            <a:r>
              <a:rPr lang="en-US" sz="2000" b="1">
                <a:solidFill>
                  <a:srgbClr val="1284BA"/>
                </a:solidFill>
                <a:latin typeface="Source Code Pro"/>
                <a:ea typeface="Source Code Pro"/>
                <a:cs typeface="Source Code Pro"/>
                <a:sym typeface="Source Code Pro"/>
              </a:rPr>
              <a:t>Players</a:t>
            </a:r>
            <a:endParaRPr/>
          </a:p>
        </p:txBody>
      </p:sp>
      <p:sp>
        <p:nvSpPr>
          <p:cNvPr id="147" name="Google Shape;147;p3"/>
          <p:cNvSpPr txBox="1"/>
          <p:nvPr/>
        </p:nvSpPr>
        <p:spPr>
          <a:xfrm>
            <a:off x="9178186" y="3461521"/>
            <a:ext cx="1388457" cy="392159"/>
          </a:xfrm>
          <a:prstGeom prst="rect">
            <a:avLst/>
          </a:prstGeom>
          <a:noFill/>
          <a:ln>
            <a:noFill/>
          </a:ln>
        </p:spPr>
        <p:txBody>
          <a:bodyPr spcFirstLastPara="1" wrap="square" lIns="73150" tIns="54850" rIns="73150" bIns="54850" anchor="ctr" anchorCtr="0">
            <a:spAutoFit/>
          </a:bodyPr>
          <a:lstStyle/>
          <a:p>
            <a:pPr marL="0" marR="0" lvl="0" indent="0" algn="ctr" rtl="0">
              <a:lnSpc>
                <a:spcPct val="130000"/>
              </a:lnSpc>
              <a:spcBef>
                <a:spcPts val="0"/>
              </a:spcBef>
              <a:spcAft>
                <a:spcPts val="0"/>
              </a:spcAft>
              <a:buNone/>
            </a:pPr>
            <a:r>
              <a:rPr lang="en-US" sz="1800" b="1">
                <a:solidFill>
                  <a:srgbClr val="FF862F"/>
                </a:solidFill>
                <a:latin typeface="Source Code Pro"/>
                <a:ea typeface="Source Code Pro"/>
                <a:cs typeface="Source Code Pro"/>
                <a:sym typeface="Source Code Pro"/>
              </a:rPr>
              <a:t>2 Players</a:t>
            </a:r>
            <a:endParaRPr/>
          </a:p>
        </p:txBody>
      </p:sp>
      <p:sp>
        <p:nvSpPr>
          <p:cNvPr id="148" name="Google Shape;148;p3"/>
          <p:cNvSpPr/>
          <p:nvPr/>
        </p:nvSpPr>
        <p:spPr>
          <a:xfrm>
            <a:off x="8467513" y="4133849"/>
            <a:ext cx="114297" cy="114300"/>
          </a:xfrm>
          <a:prstGeom prst="roundRect">
            <a:avLst>
              <a:gd name="adj" fmla="val 166650000"/>
            </a:avLst>
          </a:prstGeom>
          <a:solidFill>
            <a:srgbClr val="1284B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9" name="Google Shape;149;p3"/>
          <p:cNvSpPr txBox="1"/>
          <p:nvPr/>
        </p:nvSpPr>
        <p:spPr>
          <a:xfrm>
            <a:off x="8696107" y="4030062"/>
            <a:ext cx="1682897" cy="390848"/>
          </a:xfrm>
          <a:prstGeom prst="rect">
            <a:avLst/>
          </a:prstGeom>
          <a:noFill/>
          <a:ln>
            <a:noFill/>
          </a:ln>
        </p:spPr>
        <p:txBody>
          <a:bodyPr spcFirstLastPara="1" wrap="square" lIns="73150" tIns="54850" rIns="73150" bIns="54850" anchor="ctr" anchorCtr="0">
            <a:spAutoFit/>
          </a:bodyPr>
          <a:lstStyle/>
          <a:p>
            <a:pPr marL="0" marR="0" lvl="0" indent="0" algn="l" rtl="0">
              <a:lnSpc>
                <a:spcPct val="130000"/>
              </a:lnSpc>
              <a:spcBef>
                <a:spcPts val="0"/>
              </a:spcBef>
              <a:spcAft>
                <a:spcPts val="0"/>
              </a:spcAft>
              <a:buNone/>
            </a:pPr>
            <a:r>
              <a:rPr lang="en-US" sz="1400" b="0" dirty="0">
                <a:solidFill>
                  <a:srgbClr val="555555"/>
                </a:solidFill>
                <a:latin typeface="Roboto"/>
                <a:ea typeface="Roboto"/>
                <a:cs typeface="Roboto"/>
                <a:sym typeface="Roboto"/>
              </a:rPr>
              <a:t>Player A (Red</a:t>
            </a:r>
            <a:r>
              <a:rPr lang="en-US" sz="1196" b="0" dirty="0">
                <a:solidFill>
                  <a:srgbClr val="555555"/>
                </a:solidFill>
                <a:latin typeface="Roboto"/>
                <a:ea typeface="Roboto"/>
                <a:cs typeface="Roboto"/>
                <a:sym typeface="Roboto"/>
              </a:rPr>
              <a:t>)</a:t>
            </a:r>
            <a:endParaRPr dirty="0"/>
          </a:p>
        </p:txBody>
      </p:sp>
      <p:sp>
        <p:nvSpPr>
          <p:cNvPr id="150" name="Google Shape;150;p3"/>
          <p:cNvSpPr/>
          <p:nvPr/>
        </p:nvSpPr>
        <p:spPr>
          <a:xfrm>
            <a:off x="8467513" y="4514850"/>
            <a:ext cx="114297" cy="114300"/>
          </a:xfrm>
          <a:prstGeom prst="roundRect">
            <a:avLst>
              <a:gd name="adj" fmla="val 166650000"/>
            </a:avLst>
          </a:prstGeom>
          <a:solidFill>
            <a:srgbClr val="FF862F"/>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1" name="Google Shape;151;p3"/>
          <p:cNvSpPr txBox="1"/>
          <p:nvPr/>
        </p:nvSpPr>
        <p:spPr>
          <a:xfrm>
            <a:off x="8696107" y="4376575"/>
            <a:ext cx="1829283" cy="390848"/>
          </a:xfrm>
          <a:prstGeom prst="rect">
            <a:avLst/>
          </a:prstGeom>
          <a:noFill/>
          <a:ln>
            <a:noFill/>
          </a:ln>
        </p:spPr>
        <p:txBody>
          <a:bodyPr spcFirstLastPara="1" wrap="square" lIns="73150" tIns="54850" rIns="73150" bIns="54850" anchor="ctr" anchorCtr="0">
            <a:spAutoFit/>
          </a:bodyPr>
          <a:lstStyle/>
          <a:p>
            <a:pPr marL="0" marR="0" lvl="0" indent="0" algn="l" rtl="0">
              <a:lnSpc>
                <a:spcPct val="130000"/>
              </a:lnSpc>
              <a:spcBef>
                <a:spcPts val="0"/>
              </a:spcBef>
              <a:spcAft>
                <a:spcPts val="0"/>
              </a:spcAft>
              <a:buNone/>
            </a:pPr>
            <a:r>
              <a:rPr lang="en-US" sz="1400" b="0" dirty="0">
                <a:solidFill>
                  <a:srgbClr val="555555"/>
                </a:solidFill>
                <a:latin typeface="Roboto"/>
                <a:ea typeface="Roboto"/>
                <a:cs typeface="Roboto"/>
                <a:sym typeface="Roboto"/>
              </a:rPr>
              <a:t>Player B (</a:t>
            </a:r>
            <a:r>
              <a:rPr lang="en-US" sz="1400" dirty="0">
                <a:solidFill>
                  <a:srgbClr val="555555"/>
                </a:solidFill>
                <a:latin typeface="Roboto"/>
                <a:ea typeface="Roboto"/>
                <a:cs typeface="Roboto"/>
                <a:sym typeface="Roboto"/>
              </a:rPr>
              <a:t>Green</a:t>
            </a:r>
            <a:r>
              <a:rPr lang="en-US" sz="1400" b="0" dirty="0">
                <a:solidFill>
                  <a:srgbClr val="555555"/>
                </a:solidFill>
                <a:latin typeface="Roboto"/>
                <a:ea typeface="Roboto"/>
                <a:cs typeface="Roboto"/>
                <a:sym typeface="Roboto"/>
              </a:rPr>
              <a:t>)</a:t>
            </a:r>
            <a:endParaRPr dirty="0"/>
          </a:p>
        </p:txBody>
      </p:sp>
      <p:sp>
        <p:nvSpPr>
          <p:cNvPr id="152" name="Google Shape;152;p3"/>
          <p:cNvSpPr/>
          <p:nvPr/>
        </p:nvSpPr>
        <p:spPr>
          <a:xfrm>
            <a:off x="5829154" y="6553199"/>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3" name="Google Shape;153;p3"/>
          <p:cNvSpPr/>
          <p:nvPr/>
        </p:nvSpPr>
        <p:spPr>
          <a:xfrm>
            <a:off x="5981550" y="6553199"/>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4" name="Google Shape;154;p3"/>
          <p:cNvSpPr/>
          <p:nvPr/>
        </p:nvSpPr>
        <p:spPr>
          <a:xfrm>
            <a:off x="6133946" y="6553199"/>
            <a:ext cx="76198" cy="76200"/>
          </a:xfrm>
          <a:prstGeom prst="roundRect">
            <a:avLst>
              <a:gd name="adj" fmla="val 249975000"/>
            </a:avLst>
          </a:prstGeom>
          <a:solidFill>
            <a:srgbClr val="1284B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5" name="Google Shape;155;p3"/>
          <p:cNvSpPr/>
          <p:nvPr/>
        </p:nvSpPr>
        <p:spPr>
          <a:xfrm>
            <a:off x="6286342" y="6553199"/>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 name="Date Placeholder 6">
            <a:extLst>
              <a:ext uri="{FF2B5EF4-FFF2-40B4-BE49-F238E27FC236}">
                <a16:creationId xmlns:a16="http://schemas.microsoft.com/office/drawing/2014/main" id="{CC9D1FBB-8861-5CB2-53D5-D8265A50A072}"/>
              </a:ext>
            </a:extLst>
          </p:cNvPr>
          <p:cNvSpPr>
            <a:spLocks noGrp="1"/>
          </p:cNvSpPr>
          <p:nvPr>
            <p:ph type="dt" idx="10"/>
          </p:nvPr>
        </p:nvSpPr>
        <p:spPr>
          <a:xfrm>
            <a:off x="457200" y="6356350"/>
            <a:ext cx="2133600" cy="365125"/>
          </a:xfrm>
        </p:spPr>
        <p:txBody>
          <a:bodyPr/>
          <a:lstStyle/>
          <a:p>
            <a:fld id="{B39AE11E-A222-400F-9A18-9B74D19598D3}" type="datetime1">
              <a:rPr lang="en-US" smtClean="0"/>
              <a:t>3/7/2026</a:t>
            </a:fld>
            <a:endParaRPr lang="en-US" dirty="0"/>
          </a:p>
        </p:txBody>
      </p:sp>
      <p:sp>
        <p:nvSpPr>
          <p:cNvPr id="8" name="Slide Number Placeholder 7">
            <a:extLst>
              <a:ext uri="{FF2B5EF4-FFF2-40B4-BE49-F238E27FC236}">
                <a16:creationId xmlns:a16="http://schemas.microsoft.com/office/drawing/2014/main" id="{28801428-8898-412E-535D-C0EFA2C6D41E}"/>
              </a:ext>
            </a:extLst>
          </p:cNvPr>
          <p:cNvSpPr>
            <a:spLocks noGrp="1"/>
          </p:cNvSpPr>
          <p:nvPr>
            <p:ph type="sldNum" idx="12"/>
          </p:nvPr>
        </p:nvSpPr>
        <p:spPr>
          <a:xfrm>
            <a:off x="9601200" y="6351269"/>
            <a:ext cx="2133600" cy="365125"/>
          </a:xfrm>
        </p:spPr>
        <p:txBody>
          <a:bodyPr/>
          <a:lstStyle/>
          <a:p>
            <a:pPr marL="0" lvl="0" indent="0" algn="r" rtl="0">
              <a:spcBef>
                <a:spcPts val="0"/>
              </a:spcBef>
              <a:spcAft>
                <a:spcPts val="0"/>
              </a:spcAft>
              <a:buNone/>
            </a:pPr>
            <a:fld id="{00000000-1234-1234-1234-123412341234}" type="slidenum">
              <a:rPr lang="en-US" smtClean="0"/>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FEFEFE"/>
            </a:gs>
            <a:gs pos="100000">
              <a:srgbClr val="F0F7FB"/>
            </a:gs>
          </a:gsLst>
          <a:lin ang="8100000" scaled="0"/>
        </a:gradFill>
        <a:effectLst/>
      </p:bgPr>
    </p:bg>
    <p:spTree>
      <p:nvGrpSpPr>
        <p:cNvPr id="1" name="Shape 160"/>
        <p:cNvGrpSpPr/>
        <p:nvPr/>
      </p:nvGrpSpPr>
      <p:grpSpPr>
        <a:xfrm>
          <a:off x="0" y="0"/>
          <a:ext cx="0" cy="0"/>
          <a:chOff x="0" y="0"/>
          <a:chExt cx="0" cy="0"/>
        </a:xfrm>
      </p:grpSpPr>
      <p:sp>
        <p:nvSpPr>
          <p:cNvPr id="161" name="Google Shape;161;p4"/>
          <p:cNvSpPr/>
          <p:nvPr/>
        </p:nvSpPr>
        <p:spPr>
          <a:xfrm>
            <a:off x="-9832" y="0"/>
            <a:ext cx="12191695" cy="809625"/>
          </a:xfrm>
          <a:prstGeom prst="rect">
            <a:avLst/>
          </a:prstGeom>
          <a:solidFill>
            <a:srgbClr val="1284BA">
              <a:alpha val="4705"/>
            </a:srgbClr>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62" name="Google Shape;162;p4" descr="image.png"/>
          <p:cNvPicPr preferRelativeResize="0"/>
          <p:nvPr/>
        </p:nvPicPr>
        <p:blipFill rotWithShape="1">
          <a:blip r:embed="rId3">
            <a:alphaModFix/>
          </a:blip>
          <a:srcRect/>
          <a:stretch/>
        </p:blipFill>
        <p:spPr>
          <a:xfrm>
            <a:off x="624877" y="203633"/>
            <a:ext cx="476238" cy="402349"/>
          </a:xfrm>
          <a:prstGeom prst="rect">
            <a:avLst/>
          </a:prstGeom>
          <a:noFill/>
          <a:ln>
            <a:noFill/>
          </a:ln>
        </p:spPr>
      </p:pic>
      <p:sp>
        <p:nvSpPr>
          <p:cNvPr id="163" name="Google Shape;163;p4"/>
          <p:cNvSpPr txBox="1"/>
          <p:nvPr/>
        </p:nvSpPr>
        <p:spPr>
          <a:xfrm>
            <a:off x="1101118" y="222196"/>
            <a:ext cx="5825569" cy="467820"/>
          </a:xfrm>
          <a:prstGeom prst="rect">
            <a:avLst/>
          </a:prstGeom>
          <a:noFill/>
          <a:ln>
            <a:noFill/>
          </a:ln>
        </p:spPr>
        <p:txBody>
          <a:bodyPr spcFirstLastPara="1" wrap="square" lIns="73150" tIns="54850" rIns="73150" bIns="54850" anchor="ctr" anchorCtr="0">
            <a:spAutoFit/>
          </a:bodyPr>
          <a:lstStyle/>
          <a:p>
            <a:pPr marL="0" marR="0" lvl="0" indent="0" algn="l" rtl="0">
              <a:lnSpc>
                <a:spcPct val="81250"/>
              </a:lnSpc>
              <a:spcBef>
                <a:spcPts val="0"/>
              </a:spcBef>
              <a:spcAft>
                <a:spcPts val="0"/>
              </a:spcAft>
              <a:buNone/>
            </a:pPr>
            <a:r>
              <a:rPr lang="en-US" sz="3200" b="1">
                <a:solidFill>
                  <a:srgbClr val="1284BA"/>
                </a:solidFill>
                <a:latin typeface="Source Code Pro"/>
                <a:ea typeface="Source Code Pro"/>
                <a:cs typeface="Source Code Pro"/>
                <a:sym typeface="Source Code Pro"/>
              </a:rPr>
              <a:t>Watermellon Chess Board</a:t>
            </a:r>
            <a:endParaRPr sz="3200" b="1">
              <a:solidFill>
                <a:srgbClr val="1284BA"/>
              </a:solidFill>
              <a:latin typeface="Source Code Pro"/>
              <a:ea typeface="Source Code Pro"/>
              <a:cs typeface="Source Code Pro"/>
              <a:sym typeface="Source Code Pro"/>
            </a:endParaRPr>
          </a:p>
        </p:txBody>
      </p:sp>
      <p:sp>
        <p:nvSpPr>
          <p:cNvPr id="164" name="Google Shape;164;p4"/>
          <p:cNvSpPr/>
          <p:nvPr/>
        </p:nvSpPr>
        <p:spPr>
          <a:xfrm>
            <a:off x="5819322" y="6553199"/>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5" name="Google Shape;165;p4"/>
          <p:cNvSpPr/>
          <p:nvPr/>
        </p:nvSpPr>
        <p:spPr>
          <a:xfrm>
            <a:off x="5971718" y="6553199"/>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6" name="Google Shape;166;p4"/>
          <p:cNvSpPr/>
          <p:nvPr/>
        </p:nvSpPr>
        <p:spPr>
          <a:xfrm>
            <a:off x="6124114" y="6553199"/>
            <a:ext cx="76198" cy="76200"/>
          </a:xfrm>
          <a:prstGeom prst="roundRect">
            <a:avLst>
              <a:gd name="adj" fmla="val 249975000"/>
            </a:avLst>
          </a:prstGeom>
          <a:solidFill>
            <a:srgbClr val="1284B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7" name="Google Shape;167;p4"/>
          <p:cNvSpPr/>
          <p:nvPr/>
        </p:nvSpPr>
        <p:spPr>
          <a:xfrm>
            <a:off x="6276510" y="6553199"/>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68" name="Google Shape;168;p4"/>
          <p:cNvPicPr preferRelativeResize="0"/>
          <p:nvPr/>
        </p:nvPicPr>
        <p:blipFill rotWithShape="1">
          <a:blip r:embed="rId4">
            <a:alphaModFix/>
          </a:blip>
          <a:srcRect/>
          <a:stretch/>
        </p:blipFill>
        <p:spPr>
          <a:xfrm>
            <a:off x="2486693" y="1782451"/>
            <a:ext cx="4052659" cy="3946091"/>
          </a:xfrm>
          <a:prstGeom prst="rect">
            <a:avLst/>
          </a:prstGeom>
          <a:noFill/>
          <a:ln>
            <a:noFill/>
          </a:ln>
        </p:spPr>
      </p:pic>
      <p:sp>
        <p:nvSpPr>
          <p:cNvPr id="169" name="Google Shape;169;p4"/>
          <p:cNvSpPr/>
          <p:nvPr/>
        </p:nvSpPr>
        <p:spPr>
          <a:xfrm>
            <a:off x="7678978" y="1955077"/>
            <a:ext cx="3457488" cy="3590924"/>
          </a:xfrm>
          <a:prstGeom prst="roundRect">
            <a:avLst>
              <a:gd name="adj" fmla="val 6611"/>
            </a:avLst>
          </a:prstGeom>
          <a:solidFill>
            <a:srgbClr val="FFFFFF"/>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21</a:t>
            </a:r>
            <a:endParaRPr sz="1800">
              <a:solidFill>
                <a:schemeClr val="lt1"/>
              </a:solidFill>
              <a:latin typeface="Calibri"/>
              <a:ea typeface="Calibri"/>
              <a:cs typeface="Calibri"/>
              <a:sym typeface="Calibri"/>
            </a:endParaRPr>
          </a:p>
        </p:txBody>
      </p:sp>
      <p:sp>
        <p:nvSpPr>
          <p:cNvPr id="170" name="Google Shape;170;p4"/>
          <p:cNvSpPr/>
          <p:nvPr/>
        </p:nvSpPr>
        <p:spPr>
          <a:xfrm rot="-5400000">
            <a:off x="5949556" y="3666981"/>
            <a:ext cx="3590924" cy="132080"/>
          </a:xfrm>
          <a:prstGeom prst="round2SameRect">
            <a:avLst>
              <a:gd name="adj1" fmla="val 50000"/>
              <a:gd name="adj2" fmla="val 0"/>
            </a:avLst>
          </a:prstGeom>
          <a:solidFill>
            <a:srgbClr val="1284B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1" name="Google Shape;171;p4"/>
          <p:cNvSpPr/>
          <p:nvPr/>
        </p:nvSpPr>
        <p:spPr>
          <a:xfrm rot="10800000" flipH="1">
            <a:off x="7936303" y="3627677"/>
            <a:ext cx="132080" cy="127820"/>
          </a:xfrm>
          <a:prstGeom prst="roundRect">
            <a:avLst>
              <a:gd name="adj" fmla="val 16665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72" name="Google Shape;172;p4"/>
          <p:cNvGrpSpPr/>
          <p:nvPr/>
        </p:nvGrpSpPr>
        <p:grpSpPr>
          <a:xfrm>
            <a:off x="7943540" y="2971690"/>
            <a:ext cx="2827389" cy="1569013"/>
            <a:chOff x="7891402" y="2608319"/>
            <a:chExt cx="2827389" cy="1569013"/>
          </a:xfrm>
        </p:grpSpPr>
        <p:sp>
          <p:nvSpPr>
            <p:cNvPr id="173" name="Google Shape;173;p4"/>
            <p:cNvSpPr txBox="1"/>
            <p:nvPr/>
          </p:nvSpPr>
          <p:spPr>
            <a:xfrm>
              <a:off x="8037215" y="2608319"/>
              <a:ext cx="254307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36C09"/>
                  </a:solidFill>
                  <a:latin typeface="Calibri"/>
                  <a:ea typeface="Calibri"/>
                  <a:cs typeface="Calibri"/>
                  <a:sym typeface="Calibri"/>
                </a:rPr>
                <a:t>21</a:t>
              </a:r>
              <a:r>
                <a:rPr lang="en-US" sz="1800">
                  <a:solidFill>
                    <a:schemeClr val="dk1"/>
                  </a:solidFill>
                  <a:latin typeface="Calibri"/>
                  <a:ea typeface="Calibri"/>
                  <a:cs typeface="Calibri"/>
                  <a:sym typeface="Calibri"/>
                </a:rPr>
                <a:t> Intersection points</a:t>
              </a:r>
              <a:endParaRPr/>
            </a:p>
          </p:txBody>
        </p:sp>
        <p:sp>
          <p:nvSpPr>
            <p:cNvPr id="174" name="Google Shape;174;p4"/>
            <p:cNvSpPr txBox="1"/>
            <p:nvPr/>
          </p:nvSpPr>
          <p:spPr>
            <a:xfrm>
              <a:off x="8054249" y="3105834"/>
              <a:ext cx="2664542"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36C09"/>
                  </a:solidFill>
                  <a:latin typeface="Calibri"/>
                  <a:ea typeface="Calibri"/>
                  <a:cs typeface="Calibri"/>
                  <a:sym typeface="Calibri"/>
                </a:rPr>
                <a:t>12 </a:t>
              </a:r>
              <a:r>
                <a:rPr lang="en-US" sz="1800">
                  <a:solidFill>
                    <a:srgbClr val="0C0C0C"/>
                  </a:solidFill>
                  <a:latin typeface="Calibri"/>
                  <a:ea typeface="Calibri"/>
                  <a:cs typeface="Calibri"/>
                  <a:sym typeface="Calibri"/>
                </a:rPr>
                <a:t>tokens total (</a:t>
              </a:r>
              <a:r>
                <a:rPr lang="en-US" sz="1800" b="1">
                  <a:solidFill>
                    <a:srgbClr val="E36C09"/>
                  </a:solidFill>
                  <a:latin typeface="Calibri"/>
                  <a:ea typeface="Calibri"/>
                  <a:cs typeface="Calibri"/>
                  <a:sym typeface="Calibri"/>
                </a:rPr>
                <a:t>6</a:t>
              </a:r>
              <a:r>
                <a:rPr lang="en-US" sz="1800">
                  <a:solidFill>
                    <a:srgbClr val="0C0C0C"/>
                  </a:solidFill>
                  <a:latin typeface="Calibri"/>
                  <a:ea typeface="Calibri"/>
                  <a:cs typeface="Calibri"/>
                  <a:sym typeface="Calibri"/>
                </a:rPr>
                <a:t> for each player)</a:t>
              </a:r>
              <a:endParaRPr/>
            </a:p>
          </p:txBody>
        </p:sp>
        <p:sp>
          <p:nvSpPr>
            <p:cNvPr id="175" name="Google Shape;175;p4"/>
            <p:cNvSpPr/>
            <p:nvPr/>
          </p:nvSpPr>
          <p:spPr>
            <a:xfrm rot="10800000" flipH="1">
              <a:off x="7905135" y="2723535"/>
              <a:ext cx="132080" cy="127820"/>
            </a:xfrm>
            <a:prstGeom prst="roundRect">
              <a:avLst>
                <a:gd name="adj" fmla="val 16665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6" name="Google Shape;176;p4"/>
            <p:cNvSpPr/>
            <p:nvPr/>
          </p:nvSpPr>
          <p:spPr>
            <a:xfrm rot="10800000" flipH="1">
              <a:off x="7891402" y="3930354"/>
              <a:ext cx="132080" cy="127820"/>
            </a:xfrm>
            <a:prstGeom prst="roundRect">
              <a:avLst>
                <a:gd name="adj" fmla="val 16665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7" name="Google Shape;177;p4"/>
            <p:cNvSpPr txBox="1"/>
            <p:nvPr/>
          </p:nvSpPr>
          <p:spPr>
            <a:xfrm>
              <a:off x="8054249" y="3808000"/>
              <a:ext cx="266454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rgbClr val="E36C09"/>
                  </a:solidFill>
                  <a:latin typeface="Calibri"/>
                  <a:ea typeface="Calibri"/>
                  <a:cs typeface="Calibri"/>
                  <a:sym typeface="Calibri"/>
                </a:rPr>
                <a:t>2</a:t>
              </a:r>
              <a:r>
                <a:rPr lang="en-US" sz="1800" dirty="0">
                  <a:solidFill>
                    <a:srgbClr val="0C0C0C"/>
                  </a:solidFill>
                  <a:latin typeface="Calibri"/>
                  <a:ea typeface="Calibri"/>
                  <a:cs typeface="Calibri"/>
                  <a:sym typeface="Calibri"/>
                </a:rPr>
                <a:t> player</a:t>
              </a:r>
              <a:endParaRPr dirty="0"/>
            </a:p>
          </p:txBody>
        </p:sp>
      </p:grpSp>
      <p:sp>
        <p:nvSpPr>
          <p:cNvPr id="7" name="Date Placeholder 6">
            <a:extLst>
              <a:ext uri="{FF2B5EF4-FFF2-40B4-BE49-F238E27FC236}">
                <a16:creationId xmlns:a16="http://schemas.microsoft.com/office/drawing/2014/main" id="{A2BB4A00-F35B-67B4-3C84-07C2BD519E19}"/>
              </a:ext>
            </a:extLst>
          </p:cNvPr>
          <p:cNvSpPr>
            <a:spLocks noGrp="1"/>
          </p:cNvSpPr>
          <p:nvPr>
            <p:ph type="dt" idx="10"/>
          </p:nvPr>
        </p:nvSpPr>
        <p:spPr>
          <a:xfrm>
            <a:off x="457200" y="6356350"/>
            <a:ext cx="2133600" cy="365125"/>
          </a:xfrm>
        </p:spPr>
        <p:txBody>
          <a:bodyPr/>
          <a:lstStyle/>
          <a:p>
            <a:fld id="{B39AE11E-A222-400F-9A18-9B74D19598D3}" type="datetime1">
              <a:rPr lang="en-US" smtClean="0"/>
              <a:t>3/7/2026</a:t>
            </a:fld>
            <a:endParaRPr lang="en-US" dirty="0"/>
          </a:p>
        </p:txBody>
      </p:sp>
      <p:sp>
        <p:nvSpPr>
          <p:cNvPr id="8" name="Slide Number Placeholder 7">
            <a:extLst>
              <a:ext uri="{FF2B5EF4-FFF2-40B4-BE49-F238E27FC236}">
                <a16:creationId xmlns:a16="http://schemas.microsoft.com/office/drawing/2014/main" id="{4E19C08D-9C57-FDE0-12FD-547C43A6D2C4}"/>
              </a:ext>
            </a:extLst>
          </p:cNvPr>
          <p:cNvSpPr>
            <a:spLocks noGrp="1"/>
          </p:cNvSpPr>
          <p:nvPr>
            <p:ph type="sldNum" idx="12"/>
          </p:nvPr>
        </p:nvSpPr>
        <p:spPr>
          <a:xfrm>
            <a:off x="9601200" y="6351269"/>
            <a:ext cx="2133600" cy="365125"/>
          </a:xfrm>
        </p:spPr>
        <p:txBody>
          <a:bodyPr/>
          <a:lstStyle/>
          <a:p>
            <a:pPr marL="0" lvl="0" indent="0" algn="r" rtl="0">
              <a:spcBef>
                <a:spcPts val="0"/>
              </a:spcBef>
              <a:spcAft>
                <a:spcPts val="0"/>
              </a:spcAft>
              <a:buNone/>
            </a:pPr>
            <a:fld id="{00000000-1234-1234-1234-123412341234}" type="slidenum">
              <a:rPr lang="en-US" smtClean="0"/>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FEFEFE"/>
            </a:gs>
            <a:gs pos="100000">
              <a:srgbClr val="F0F7FB"/>
            </a:gs>
          </a:gsLst>
          <a:lin ang="8100000" scaled="0"/>
        </a:gradFill>
        <a:effectLst/>
      </p:bgPr>
    </p:bg>
    <p:spTree>
      <p:nvGrpSpPr>
        <p:cNvPr id="1" name="Shape 182"/>
        <p:cNvGrpSpPr/>
        <p:nvPr/>
      </p:nvGrpSpPr>
      <p:grpSpPr>
        <a:xfrm>
          <a:off x="0" y="0"/>
          <a:ext cx="0" cy="0"/>
          <a:chOff x="0" y="0"/>
          <a:chExt cx="0" cy="0"/>
        </a:xfrm>
      </p:grpSpPr>
      <p:sp>
        <p:nvSpPr>
          <p:cNvPr id="183" name="Google Shape;183;p5"/>
          <p:cNvSpPr/>
          <p:nvPr/>
        </p:nvSpPr>
        <p:spPr>
          <a:xfrm>
            <a:off x="0" y="0"/>
            <a:ext cx="12191695" cy="809625"/>
          </a:xfrm>
          <a:prstGeom prst="rect">
            <a:avLst/>
          </a:prstGeom>
          <a:solidFill>
            <a:srgbClr val="1284BA">
              <a:alpha val="4705"/>
            </a:srgbClr>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84" name="Google Shape;184;p5" descr="image.png"/>
          <p:cNvPicPr preferRelativeResize="0"/>
          <p:nvPr/>
        </p:nvPicPr>
        <p:blipFill rotWithShape="1">
          <a:blip r:embed="rId3">
            <a:alphaModFix/>
          </a:blip>
          <a:srcRect/>
          <a:stretch/>
        </p:blipFill>
        <p:spPr>
          <a:xfrm>
            <a:off x="609584" y="241456"/>
            <a:ext cx="446267" cy="346251"/>
          </a:xfrm>
          <a:prstGeom prst="rect">
            <a:avLst/>
          </a:prstGeom>
          <a:noFill/>
          <a:ln>
            <a:noFill/>
          </a:ln>
        </p:spPr>
      </p:pic>
      <p:sp>
        <p:nvSpPr>
          <p:cNvPr id="185" name="Google Shape;185;p5"/>
          <p:cNvSpPr txBox="1"/>
          <p:nvPr/>
        </p:nvSpPr>
        <p:spPr>
          <a:xfrm>
            <a:off x="1104872" y="180668"/>
            <a:ext cx="3603807" cy="467820"/>
          </a:xfrm>
          <a:prstGeom prst="rect">
            <a:avLst/>
          </a:prstGeom>
          <a:noFill/>
          <a:ln>
            <a:noFill/>
          </a:ln>
        </p:spPr>
        <p:txBody>
          <a:bodyPr spcFirstLastPara="1" wrap="square" lIns="73150" tIns="54850" rIns="73150" bIns="54850" anchor="ctr" anchorCtr="0">
            <a:spAutoFit/>
          </a:bodyPr>
          <a:lstStyle/>
          <a:p>
            <a:pPr marL="0" marR="0" lvl="0" indent="0" algn="l" rtl="0">
              <a:lnSpc>
                <a:spcPct val="81250"/>
              </a:lnSpc>
              <a:spcBef>
                <a:spcPts val="0"/>
              </a:spcBef>
              <a:spcAft>
                <a:spcPts val="0"/>
              </a:spcAft>
              <a:buNone/>
            </a:pPr>
            <a:r>
              <a:rPr lang="en-US" sz="3200" b="1">
                <a:solidFill>
                  <a:srgbClr val="1284BA"/>
                </a:solidFill>
                <a:latin typeface="Source Code Pro"/>
                <a:ea typeface="Source Code Pro"/>
                <a:cs typeface="Source Code Pro"/>
                <a:sym typeface="Source Code Pro"/>
              </a:rPr>
              <a:t>Movement Rules</a:t>
            </a:r>
            <a:endParaRPr/>
          </a:p>
        </p:txBody>
      </p:sp>
      <p:sp>
        <p:nvSpPr>
          <p:cNvPr id="186" name="Google Shape;186;p5"/>
          <p:cNvSpPr/>
          <p:nvPr/>
        </p:nvSpPr>
        <p:spPr>
          <a:xfrm>
            <a:off x="609584" y="1885950"/>
            <a:ext cx="5333866" cy="1647825"/>
          </a:xfrm>
          <a:prstGeom prst="roundRect">
            <a:avLst>
              <a:gd name="adj" fmla="val 13872"/>
            </a:avLst>
          </a:prstGeom>
          <a:solidFill>
            <a:srgbClr val="FFFFFF"/>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7" name="Google Shape;187;p5"/>
          <p:cNvSpPr/>
          <p:nvPr/>
        </p:nvSpPr>
        <p:spPr>
          <a:xfrm rot="-5400000">
            <a:off x="-148288" y="2643822"/>
            <a:ext cx="1647825" cy="132080"/>
          </a:xfrm>
          <a:prstGeom prst="round2SameRect">
            <a:avLst>
              <a:gd name="adj1" fmla="val 50000"/>
              <a:gd name="adj2" fmla="val 0"/>
            </a:avLst>
          </a:prstGeom>
          <a:solidFill>
            <a:srgbClr val="1284B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8" name="Google Shape;188;p5"/>
          <p:cNvSpPr/>
          <p:nvPr/>
        </p:nvSpPr>
        <p:spPr>
          <a:xfrm>
            <a:off x="952476" y="2400300"/>
            <a:ext cx="609584" cy="609600"/>
          </a:xfrm>
          <a:prstGeom prst="roundRect">
            <a:avLst>
              <a:gd name="adj" fmla="val 31246875"/>
            </a:avLst>
          </a:prstGeom>
          <a:solidFill>
            <a:srgbClr val="1284BA">
              <a:alpha val="9803"/>
            </a:srgbClr>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89" name="Google Shape;189;p5" descr="image.png"/>
          <p:cNvPicPr preferRelativeResize="0"/>
          <p:nvPr/>
        </p:nvPicPr>
        <p:blipFill rotWithShape="1">
          <a:blip r:embed="rId4">
            <a:alphaModFix/>
          </a:blip>
          <a:srcRect/>
          <a:stretch/>
        </p:blipFill>
        <p:spPr>
          <a:xfrm>
            <a:off x="1085822" y="2598682"/>
            <a:ext cx="342891" cy="212834"/>
          </a:xfrm>
          <a:prstGeom prst="rect">
            <a:avLst/>
          </a:prstGeom>
          <a:noFill/>
          <a:ln>
            <a:noFill/>
          </a:ln>
        </p:spPr>
      </p:pic>
      <p:sp>
        <p:nvSpPr>
          <p:cNvPr id="190" name="Google Shape;190;p5"/>
          <p:cNvSpPr txBox="1"/>
          <p:nvPr/>
        </p:nvSpPr>
        <p:spPr>
          <a:xfrm>
            <a:off x="1733506" y="2519810"/>
            <a:ext cx="2641849" cy="380104"/>
          </a:xfrm>
          <a:prstGeom prst="rect">
            <a:avLst/>
          </a:prstGeom>
          <a:noFill/>
          <a:ln>
            <a:noFill/>
          </a:ln>
        </p:spPr>
        <p:txBody>
          <a:bodyPr spcFirstLastPara="1" wrap="square" lIns="73150" tIns="54850" rIns="73150" bIns="54850" anchor="ctr" anchorCtr="0">
            <a:spAutoFit/>
          </a:bodyPr>
          <a:lstStyle/>
          <a:p>
            <a:pPr marL="0" marR="0" lvl="0" indent="0" algn="l" rtl="0">
              <a:lnSpc>
                <a:spcPct val="115555"/>
              </a:lnSpc>
              <a:spcBef>
                <a:spcPts val="0"/>
              </a:spcBef>
              <a:spcAft>
                <a:spcPts val="0"/>
              </a:spcAft>
              <a:buNone/>
            </a:pPr>
            <a:r>
              <a:rPr lang="en-US" sz="1800" b="1">
                <a:solidFill>
                  <a:srgbClr val="1284BA"/>
                </a:solidFill>
                <a:latin typeface="Source Code Pro"/>
                <a:ea typeface="Source Code Pro"/>
                <a:cs typeface="Source Code Pro"/>
                <a:sym typeface="Source Code Pro"/>
              </a:rPr>
              <a:t>Alternate Turns</a:t>
            </a:r>
            <a:endParaRPr/>
          </a:p>
        </p:txBody>
      </p:sp>
      <p:sp>
        <p:nvSpPr>
          <p:cNvPr id="191" name="Google Shape;191;p5"/>
          <p:cNvSpPr txBox="1"/>
          <p:nvPr/>
        </p:nvSpPr>
        <p:spPr>
          <a:xfrm>
            <a:off x="1695406" y="2885907"/>
            <a:ext cx="3848003" cy="628762"/>
          </a:xfrm>
          <a:prstGeom prst="rect">
            <a:avLst/>
          </a:prstGeom>
          <a:noFill/>
          <a:ln>
            <a:noFill/>
          </a:ln>
        </p:spPr>
        <p:txBody>
          <a:bodyPr spcFirstLastPara="1" wrap="square" lIns="73150" tIns="54850" rIns="73150" bIns="54850" anchor="ctr" anchorCtr="0">
            <a:spAutoFit/>
          </a:bodyPr>
          <a:lstStyle/>
          <a:p>
            <a:pPr marL="0" marR="0" lvl="0" indent="0" algn="l" rtl="0">
              <a:lnSpc>
                <a:spcPct val="130000"/>
              </a:lnSpc>
              <a:spcBef>
                <a:spcPts val="0"/>
              </a:spcBef>
              <a:spcAft>
                <a:spcPts val="0"/>
              </a:spcAft>
              <a:buNone/>
            </a:pPr>
            <a:r>
              <a:rPr lang="en-US" sz="1600" b="0">
                <a:solidFill>
                  <a:srgbClr val="555555"/>
                </a:solidFill>
                <a:latin typeface="Roboto"/>
                <a:ea typeface="Roboto"/>
                <a:cs typeface="Roboto"/>
                <a:sym typeface="Roboto"/>
              </a:rPr>
              <a:t>Players take </a:t>
            </a:r>
            <a:r>
              <a:rPr lang="en-US" sz="1600" b="1">
                <a:solidFill>
                  <a:srgbClr val="1284BA"/>
                </a:solidFill>
                <a:latin typeface="Roboto"/>
                <a:ea typeface="Roboto"/>
                <a:cs typeface="Roboto"/>
                <a:sym typeface="Roboto"/>
              </a:rPr>
              <a:t>alternate turns</a:t>
            </a:r>
            <a:r>
              <a:rPr lang="en-US" sz="1600" b="0">
                <a:solidFill>
                  <a:srgbClr val="555555"/>
                </a:solidFill>
                <a:latin typeface="Roboto"/>
                <a:ea typeface="Roboto"/>
                <a:cs typeface="Roboto"/>
                <a:sym typeface="Roboto"/>
              </a:rPr>
              <a:t>, moving one   token each time </a:t>
            </a:r>
            <a:endParaRPr/>
          </a:p>
        </p:txBody>
      </p:sp>
      <p:sp>
        <p:nvSpPr>
          <p:cNvPr id="192" name="Google Shape;192;p5"/>
          <p:cNvSpPr/>
          <p:nvPr/>
        </p:nvSpPr>
        <p:spPr>
          <a:xfrm>
            <a:off x="6248243" y="1885950"/>
            <a:ext cx="5333866" cy="1647825"/>
          </a:xfrm>
          <a:prstGeom prst="roundRect">
            <a:avLst>
              <a:gd name="adj" fmla="val 13872"/>
            </a:avLst>
          </a:prstGeom>
          <a:solidFill>
            <a:srgbClr val="FFFFFF"/>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3" name="Google Shape;193;p5"/>
          <p:cNvSpPr/>
          <p:nvPr/>
        </p:nvSpPr>
        <p:spPr>
          <a:xfrm rot="-5400000">
            <a:off x="5490371" y="2643822"/>
            <a:ext cx="1647825" cy="132080"/>
          </a:xfrm>
          <a:prstGeom prst="round2SameRect">
            <a:avLst>
              <a:gd name="adj1" fmla="val 50000"/>
              <a:gd name="adj2" fmla="val 0"/>
            </a:avLst>
          </a:prstGeom>
          <a:solidFill>
            <a:srgbClr val="1284B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4" name="Google Shape;194;p5"/>
          <p:cNvSpPr/>
          <p:nvPr/>
        </p:nvSpPr>
        <p:spPr>
          <a:xfrm>
            <a:off x="6591135" y="2400300"/>
            <a:ext cx="609584" cy="609600"/>
          </a:xfrm>
          <a:prstGeom prst="roundRect">
            <a:avLst>
              <a:gd name="adj" fmla="val 31246875"/>
            </a:avLst>
          </a:prstGeom>
          <a:solidFill>
            <a:srgbClr val="1284BA">
              <a:alpha val="9803"/>
            </a:srgbClr>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95" name="Google Shape;195;p5" descr="image.png"/>
          <p:cNvPicPr preferRelativeResize="0"/>
          <p:nvPr/>
        </p:nvPicPr>
        <p:blipFill rotWithShape="1">
          <a:blip r:embed="rId5">
            <a:alphaModFix/>
          </a:blip>
          <a:srcRect/>
          <a:stretch/>
        </p:blipFill>
        <p:spPr>
          <a:xfrm>
            <a:off x="6724481" y="2583902"/>
            <a:ext cx="342891" cy="242394"/>
          </a:xfrm>
          <a:prstGeom prst="rect">
            <a:avLst/>
          </a:prstGeom>
          <a:noFill/>
          <a:ln>
            <a:noFill/>
          </a:ln>
        </p:spPr>
      </p:pic>
      <p:sp>
        <p:nvSpPr>
          <p:cNvPr id="196" name="Google Shape;196;p5"/>
          <p:cNvSpPr txBox="1"/>
          <p:nvPr/>
        </p:nvSpPr>
        <p:spPr>
          <a:xfrm>
            <a:off x="7372165" y="2509869"/>
            <a:ext cx="3286003" cy="380104"/>
          </a:xfrm>
          <a:prstGeom prst="rect">
            <a:avLst/>
          </a:prstGeom>
          <a:noFill/>
          <a:ln>
            <a:noFill/>
          </a:ln>
        </p:spPr>
        <p:txBody>
          <a:bodyPr spcFirstLastPara="1" wrap="square" lIns="73150" tIns="54850" rIns="73150" bIns="54850" anchor="ctr" anchorCtr="0">
            <a:spAutoFit/>
          </a:bodyPr>
          <a:lstStyle/>
          <a:p>
            <a:pPr marL="0" marR="0" lvl="0" indent="0" algn="l" rtl="0">
              <a:lnSpc>
                <a:spcPct val="115555"/>
              </a:lnSpc>
              <a:spcBef>
                <a:spcPts val="0"/>
              </a:spcBef>
              <a:spcAft>
                <a:spcPts val="0"/>
              </a:spcAft>
              <a:buNone/>
            </a:pPr>
            <a:r>
              <a:rPr lang="en-US" sz="1800" b="1">
                <a:solidFill>
                  <a:srgbClr val="1284BA"/>
                </a:solidFill>
                <a:latin typeface="Source Code Pro"/>
                <a:ea typeface="Source Code Pro"/>
                <a:cs typeface="Source Code Pro"/>
                <a:sym typeface="Source Code Pro"/>
              </a:rPr>
              <a:t>One Space at a Time</a:t>
            </a:r>
            <a:endParaRPr/>
          </a:p>
        </p:txBody>
      </p:sp>
      <p:sp>
        <p:nvSpPr>
          <p:cNvPr id="197" name="Google Shape;197;p5"/>
          <p:cNvSpPr txBox="1"/>
          <p:nvPr/>
        </p:nvSpPr>
        <p:spPr>
          <a:xfrm>
            <a:off x="7293507" y="2890072"/>
            <a:ext cx="3638457" cy="359457"/>
          </a:xfrm>
          <a:prstGeom prst="rect">
            <a:avLst/>
          </a:prstGeom>
          <a:noFill/>
          <a:ln>
            <a:noFill/>
          </a:ln>
        </p:spPr>
        <p:txBody>
          <a:bodyPr spcFirstLastPara="1" wrap="square" lIns="73150" tIns="54850" rIns="73150" bIns="54850" anchor="ctr" anchorCtr="0">
            <a:spAutoFit/>
          </a:bodyPr>
          <a:lstStyle/>
          <a:p>
            <a:pPr marL="0" marR="0" lvl="0" indent="0" algn="l" rtl="0">
              <a:lnSpc>
                <a:spcPct val="130000"/>
              </a:lnSpc>
              <a:spcBef>
                <a:spcPts val="0"/>
              </a:spcBef>
              <a:spcAft>
                <a:spcPts val="0"/>
              </a:spcAft>
              <a:buNone/>
            </a:pPr>
            <a:r>
              <a:rPr lang="en-US" sz="1600" b="0">
                <a:solidFill>
                  <a:srgbClr val="555555"/>
                </a:solidFill>
                <a:latin typeface="Roboto"/>
                <a:ea typeface="Roboto"/>
                <a:cs typeface="Roboto"/>
                <a:sym typeface="Roboto"/>
              </a:rPr>
              <a:t> Move </a:t>
            </a:r>
            <a:r>
              <a:rPr lang="en-US" sz="1600" b="1">
                <a:solidFill>
                  <a:srgbClr val="1284BA"/>
                </a:solidFill>
                <a:latin typeface="Roboto"/>
                <a:ea typeface="Roboto"/>
                <a:cs typeface="Roboto"/>
                <a:sym typeface="Roboto"/>
              </a:rPr>
              <a:t>one token one space</a:t>
            </a:r>
            <a:r>
              <a:rPr lang="en-US" sz="1600" b="0">
                <a:solidFill>
                  <a:srgbClr val="555555"/>
                </a:solidFill>
                <a:latin typeface="Roboto"/>
                <a:ea typeface="Roboto"/>
                <a:cs typeface="Roboto"/>
                <a:sym typeface="Roboto"/>
              </a:rPr>
              <a:t> per turn </a:t>
            </a:r>
            <a:endParaRPr/>
          </a:p>
        </p:txBody>
      </p:sp>
      <p:sp>
        <p:nvSpPr>
          <p:cNvPr id="198" name="Google Shape;198;p5"/>
          <p:cNvSpPr/>
          <p:nvPr/>
        </p:nvSpPr>
        <p:spPr>
          <a:xfrm>
            <a:off x="609584" y="3829050"/>
            <a:ext cx="5333866" cy="1647825"/>
          </a:xfrm>
          <a:prstGeom prst="roundRect">
            <a:avLst>
              <a:gd name="adj" fmla="val 13872"/>
            </a:avLst>
          </a:prstGeom>
          <a:solidFill>
            <a:srgbClr val="FFFFFF"/>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9" name="Google Shape;199;p5"/>
          <p:cNvSpPr/>
          <p:nvPr/>
        </p:nvSpPr>
        <p:spPr>
          <a:xfrm rot="-5400000">
            <a:off x="-148288" y="4586922"/>
            <a:ext cx="1647825" cy="132080"/>
          </a:xfrm>
          <a:prstGeom prst="round2SameRect">
            <a:avLst>
              <a:gd name="adj1" fmla="val 50000"/>
              <a:gd name="adj2" fmla="val 0"/>
            </a:avLst>
          </a:prstGeom>
          <a:solidFill>
            <a:srgbClr val="1284B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0" name="Google Shape;200;p5"/>
          <p:cNvSpPr/>
          <p:nvPr/>
        </p:nvSpPr>
        <p:spPr>
          <a:xfrm>
            <a:off x="952476" y="4352924"/>
            <a:ext cx="609584" cy="609600"/>
          </a:xfrm>
          <a:prstGeom prst="roundRect">
            <a:avLst>
              <a:gd name="adj" fmla="val 31246875"/>
            </a:avLst>
          </a:prstGeom>
          <a:solidFill>
            <a:srgbClr val="1284BA">
              <a:alpha val="9803"/>
            </a:srgbClr>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01" name="Google Shape;201;p5" descr="image.png"/>
          <p:cNvPicPr preferRelativeResize="0"/>
          <p:nvPr/>
        </p:nvPicPr>
        <p:blipFill rotWithShape="1">
          <a:blip r:embed="rId6">
            <a:alphaModFix/>
          </a:blip>
          <a:srcRect/>
          <a:stretch/>
        </p:blipFill>
        <p:spPr>
          <a:xfrm>
            <a:off x="1085822" y="4566087"/>
            <a:ext cx="342891" cy="183274"/>
          </a:xfrm>
          <a:prstGeom prst="rect">
            <a:avLst/>
          </a:prstGeom>
          <a:noFill/>
          <a:ln>
            <a:noFill/>
          </a:ln>
        </p:spPr>
      </p:pic>
      <p:sp>
        <p:nvSpPr>
          <p:cNvPr id="202" name="Google Shape;202;p5"/>
          <p:cNvSpPr txBox="1"/>
          <p:nvPr/>
        </p:nvSpPr>
        <p:spPr>
          <a:xfrm>
            <a:off x="1695405" y="4461387"/>
            <a:ext cx="2778272" cy="380104"/>
          </a:xfrm>
          <a:prstGeom prst="rect">
            <a:avLst/>
          </a:prstGeom>
          <a:noFill/>
          <a:ln>
            <a:noFill/>
          </a:ln>
        </p:spPr>
        <p:txBody>
          <a:bodyPr spcFirstLastPara="1" wrap="square" lIns="73150" tIns="54850" rIns="73150" bIns="54850" anchor="ctr" anchorCtr="0">
            <a:spAutoFit/>
          </a:bodyPr>
          <a:lstStyle/>
          <a:p>
            <a:pPr marL="0" marR="0" lvl="0" indent="0" algn="l" rtl="0">
              <a:lnSpc>
                <a:spcPct val="115555"/>
              </a:lnSpc>
              <a:spcBef>
                <a:spcPts val="0"/>
              </a:spcBef>
              <a:spcAft>
                <a:spcPts val="0"/>
              </a:spcAft>
              <a:buNone/>
            </a:pPr>
            <a:r>
              <a:rPr lang="en-US" sz="1800" b="1">
                <a:solidFill>
                  <a:srgbClr val="1284BA"/>
                </a:solidFill>
                <a:latin typeface="Source Code Pro"/>
                <a:ea typeface="Source Code Pro"/>
                <a:cs typeface="Source Code Pro"/>
                <a:sym typeface="Source Code Pro"/>
              </a:rPr>
              <a:t>Along Lines Only</a:t>
            </a:r>
            <a:endParaRPr/>
          </a:p>
        </p:txBody>
      </p:sp>
      <p:sp>
        <p:nvSpPr>
          <p:cNvPr id="203" name="Google Shape;203;p5"/>
          <p:cNvSpPr txBox="1"/>
          <p:nvPr/>
        </p:nvSpPr>
        <p:spPr>
          <a:xfrm>
            <a:off x="1651016" y="4831508"/>
            <a:ext cx="3848003" cy="628762"/>
          </a:xfrm>
          <a:prstGeom prst="rect">
            <a:avLst/>
          </a:prstGeom>
          <a:noFill/>
          <a:ln>
            <a:noFill/>
          </a:ln>
        </p:spPr>
        <p:txBody>
          <a:bodyPr spcFirstLastPara="1" wrap="square" lIns="73150" tIns="54850" rIns="73150" bIns="54850" anchor="ctr" anchorCtr="0">
            <a:spAutoFit/>
          </a:bodyPr>
          <a:lstStyle/>
          <a:p>
            <a:pPr marL="0" marR="0" lvl="0" indent="0" algn="l" rtl="0">
              <a:lnSpc>
                <a:spcPct val="130000"/>
              </a:lnSpc>
              <a:spcBef>
                <a:spcPts val="0"/>
              </a:spcBef>
              <a:spcAft>
                <a:spcPts val="0"/>
              </a:spcAft>
              <a:buNone/>
            </a:pPr>
            <a:r>
              <a:rPr lang="en-US" sz="1600" b="0">
                <a:solidFill>
                  <a:srgbClr val="555555"/>
                </a:solidFill>
                <a:latin typeface="Roboto"/>
                <a:ea typeface="Roboto"/>
                <a:cs typeface="Roboto"/>
                <a:sym typeface="Roboto"/>
              </a:rPr>
              <a:t>Tokens only move </a:t>
            </a:r>
            <a:r>
              <a:rPr lang="en-US" sz="1600" b="1">
                <a:solidFill>
                  <a:srgbClr val="1284BA"/>
                </a:solidFill>
                <a:latin typeface="Roboto"/>
                <a:ea typeface="Roboto"/>
                <a:cs typeface="Roboto"/>
                <a:sym typeface="Roboto"/>
              </a:rPr>
              <a:t>along connecting lines</a:t>
            </a:r>
            <a:r>
              <a:rPr lang="en-US" sz="1600" b="0">
                <a:solidFill>
                  <a:srgbClr val="555555"/>
                </a:solidFill>
                <a:latin typeface="Roboto"/>
                <a:ea typeface="Roboto"/>
                <a:cs typeface="Roboto"/>
                <a:sym typeface="Roboto"/>
              </a:rPr>
              <a:t>   between intersection points </a:t>
            </a:r>
            <a:endParaRPr/>
          </a:p>
        </p:txBody>
      </p:sp>
      <p:sp>
        <p:nvSpPr>
          <p:cNvPr id="204" name="Google Shape;204;p5"/>
          <p:cNvSpPr/>
          <p:nvPr/>
        </p:nvSpPr>
        <p:spPr>
          <a:xfrm>
            <a:off x="6248243" y="3829050"/>
            <a:ext cx="5333866" cy="1647825"/>
          </a:xfrm>
          <a:prstGeom prst="roundRect">
            <a:avLst>
              <a:gd name="adj" fmla="val 13872"/>
            </a:avLst>
          </a:prstGeom>
          <a:solidFill>
            <a:srgbClr val="FFFFFF"/>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5" name="Google Shape;205;p5"/>
          <p:cNvSpPr/>
          <p:nvPr/>
        </p:nvSpPr>
        <p:spPr>
          <a:xfrm rot="-5400000">
            <a:off x="5490371" y="4586922"/>
            <a:ext cx="1647825" cy="132080"/>
          </a:xfrm>
          <a:prstGeom prst="round2SameRect">
            <a:avLst>
              <a:gd name="adj1" fmla="val 50000"/>
              <a:gd name="adj2" fmla="val 0"/>
            </a:avLst>
          </a:prstGeom>
          <a:solidFill>
            <a:srgbClr val="1284B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6" name="Google Shape;206;p5"/>
          <p:cNvSpPr/>
          <p:nvPr/>
        </p:nvSpPr>
        <p:spPr>
          <a:xfrm>
            <a:off x="6591135" y="4352924"/>
            <a:ext cx="609584" cy="609600"/>
          </a:xfrm>
          <a:prstGeom prst="roundRect">
            <a:avLst>
              <a:gd name="adj" fmla="val 31246875"/>
            </a:avLst>
          </a:prstGeom>
          <a:solidFill>
            <a:srgbClr val="1284BA">
              <a:alpha val="9803"/>
            </a:srgbClr>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07" name="Google Shape;207;p5" descr="image.png"/>
          <p:cNvPicPr preferRelativeResize="0"/>
          <p:nvPr/>
        </p:nvPicPr>
        <p:blipFill rotWithShape="1">
          <a:blip r:embed="rId7">
            <a:alphaModFix/>
          </a:blip>
          <a:srcRect/>
          <a:stretch/>
        </p:blipFill>
        <p:spPr>
          <a:xfrm>
            <a:off x="6724481" y="4512879"/>
            <a:ext cx="342891" cy="289691"/>
          </a:xfrm>
          <a:prstGeom prst="rect">
            <a:avLst/>
          </a:prstGeom>
          <a:noFill/>
          <a:ln>
            <a:noFill/>
          </a:ln>
        </p:spPr>
      </p:pic>
      <p:sp>
        <p:nvSpPr>
          <p:cNvPr id="208" name="Google Shape;208;p5"/>
          <p:cNvSpPr txBox="1"/>
          <p:nvPr/>
        </p:nvSpPr>
        <p:spPr>
          <a:xfrm>
            <a:off x="7372165" y="4451404"/>
            <a:ext cx="3638457" cy="380104"/>
          </a:xfrm>
          <a:prstGeom prst="rect">
            <a:avLst/>
          </a:prstGeom>
          <a:noFill/>
          <a:ln>
            <a:noFill/>
          </a:ln>
        </p:spPr>
        <p:txBody>
          <a:bodyPr spcFirstLastPara="1" wrap="square" lIns="73150" tIns="54850" rIns="73150" bIns="54850" anchor="ctr" anchorCtr="0">
            <a:spAutoFit/>
          </a:bodyPr>
          <a:lstStyle/>
          <a:p>
            <a:pPr marL="0" marR="0" lvl="0" indent="0" algn="l" rtl="0">
              <a:lnSpc>
                <a:spcPct val="115555"/>
              </a:lnSpc>
              <a:spcBef>
                <a:spcPts val="0"/>
              </a:spcBef>
              <a:spcAft>
                <a:spcPts val="0"/>
              </a:spcAft>
              <a:buNone/>
            </a:pPr>
            <a:r>
              <a:rPr lang="en-US" sz="1800" b="1">
                <a:solidFill>
                  <a:srgbClr val="1284BA"/>
                </a:solidFill>
                <a:latin typeface="Source Code Pro"/>
                <a:ea typeface="Source Code Pro"/>
                <a:cs typeface="Source Code Pro"/>
                <a:sym typeface="Source Code Pro"/>
              </a:rPr>
              <a:t>No Diagonal or Jumping</a:t>
            </a:r>
            <a:endParaRPr/>
          </a:p>
        </p:txBody>
      </p:sp>
      <p:sp>
        <p:nvSpPr>
          <p:cNvPr id="209" name="Google Shape;209;p5"/>
          <p:cNvSpPr txBox="1"/>
          <p:nvPr/>
        </p:nvSpPr>
        <p:spPr>
          <a:xfrm>
            <a:off x="7372165" y="4802570"/>
            <a:ext cx="3848003" cy="628762"/>
          </a:xfrm>
          <a:prstGeom prst="rect">
            <a:avLst/>
          </a:prstGeom>
          <a:noFill/>
          <a:ln>
            <a:noFill/>
          </a:ln>
        </p:spPr>
        <p:txBody>
          <a:bodyPr spcFirstLastPara="1" wrap="square" lIns="73150" tIns="54850" rIns="73150" bIns="54850" anchor="ctr" anchorCtr="0">
            <a:spAutoFit/>
          </a:bodyPr>
          <a:lstStyle/>
          <a:p>
            <a:pPr marL="0" marR="0" lvl="0" indent="0" algn="l" rtl="0">
              <a:lnSpc>
                <a:spcPct val="130000"/>
              </a:lnSpc>
              <a:spcBef>
                <a:spcPts val="0"/>
              </a:spcBef>
              <a:spcAft>
                <a:spcPts val="0"/>
              </a:spcAft>
              <a:buNone/>
            </a:pPr>
            <a:r>
              <a:rPr lang="en-US" sz="1600" b="1">
                <a:solidFill>
                  <a:srgbClr val="FF862F"/>
                </a:solidFill>
                <a:latin typeface="Roboto"/>
                <a:ea typeface="Roboto"/>
                <a:cs typeface="Roboto"/>
                <a:sym typeface="Roboto"/>
              </a:rPr>
              <a:t>No diagonal or jumping moves</a:t>
            </a:r>
            <a:r>
              <a:rPr lang="en-US" sz="1600" b="0">
                <a:solidFill>
                  <a:srgbClr val="555555"/>
                </a:solidFill>
                <a:latin typeface="Roboto"/>
                <a:ea typeface="Roboto"/>
                <a:cs typeface="Roboto"/>
                <a:sym typeface="Roboto"/>
              </a:rPr>
              <a:t> unless the board lines allow them </a:t>
            </a:r>
            <a:endParaRPr/>
          </a:p>
        </p:txBody>
      </p:sp>
      <p:sp>
        <p:nvSpPr>
          <p:cNvPr id="210" name="Google Shape;210;p5"/>
          <p:cNvSpPr/>
          <p:nvPr/>
        </p:nvSpPr>
        <p:spPr>
          <a:xfrm>
            <a:off x="5752956" y="6553199"/>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1" name="Google Shape;211;p5"/>
          <p:cNvSpPr/>
          <p:nvPr/>
        </p:nvSpPr>
        <p:spPr>
          <a:xfrm>
            <a:off x="5905352" y="6553199"/>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2" name="Google Shape;212;p5"/>
          <p:cNvSpPr/>
          <p:nvPr/>
        </p:nvSpPr>
        <p:spPr>
          <a:xfrm>
            <a:off x="6057748" y="6553199"/>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3" name="Google Shape;213;p5"/>
          <p:cNvSpPr/>
          <p:nvPr/>
        </p:nvSpPr>
        <p:spPr>
          <a:xfrm>
            <a:off x="6210144" y="6553199"/>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4" name="Google Shape;214;p5"/>
          <p:cNvSpPr/>
          <p:nvPr/>
        </p:nvSpPr>
        <p:spPr>
          <a:xfrm>
            <a:off x="6362540" y="6553199"/>
            <a:ext cx="76198" cy="76200"/>
          </a:xfrm>
          <a:prstGeom prst="roundRect">
            <a:avLst>
              <a:gd name="adj" fmla="val 249975000"/>
            </a:avLst>
          </a:prstGeom>
          <a:solidFill>
            <a:srgbClr val="1284B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 name="Date Placeholder 6">
            <a:extLst>
              <a:ext uri="{FF2B5EF4-FFF2-40B4-BE49-F238E27FC236}">
                <a16:creationId xmlns:a16="http://schemas.microsoft.com/office/drawing/2014/main" id="{F4E51C58-A0E0-96F5-3E62-CBBC9A09D0A2}"/>
              </a:ext>
            </a:extLst>
          </p:cNvPr>
          <p:cNvSpPr>
            <a:spLocks noGrp="1"/>
          </p:cNvSpPr>
          <p:nvPr>
            <p:ph type="dt" idx="10"/>
          </p:nvPr>
        </p:nvSpPr>
        <p:spPr>
          <a:xfrm>
            <a:off x="457200" y="6356350"/>
            <a:ext cx="2133600" cy="365125"/>
          </a:xfrm>
        </p:spPr>
        <p:txBody>
          <a:bodyPr/>
          <a:lstStyle/>
          <a:p>
            <a:fld id="{B39AE11E-A222-400F-9A18-9B74D19598D3}" type="datetime1">
              <a:rPr lang="en-US" smtClean="0"/>
              <a:t>3/7/2026</a:t>
            </a:fld>
            <a:endParaRPr lang="en-US" dirty="0"/>
          </a:p>
        </p:txBody>
      </p:sp>
      <p:sp>
        <p:nvSpPr>
          <p:cNvPr id="8" name="Slide Number Placeholder 7">
            <a:extLst>
              <a:ext uri="{FF2B5EF4-FFF2-40B4-BE49-F238E27FC236}">
                <a16:creationId xmlns:a16="http://schemas.microsoft.com/office/drawing/2014/main" id="{7AED5F8C-2E41-827E-AA2B-FABC38216C84}"/>
              </a:ext>
            </a:extLst>
          </p:cNvPr>
          <p:cNvSpPr>
            <a:spLocks noGrp="1"/>
          </p:cNvSpPr>
          <p:nvPr>
            <p:ph type="sldNum" idx="12"/>
          </p:nvPr>
        </p:nvSpPr>
        <p:spPr>
          <a:xfrm>
            <a:off x="9601200" y="6351269"/>
            <a:ext cx="2133600" cy="365125"/>
          </a:xfrm>
        </p:spPr>
        <p:txBody>
          <a:bodyPr/>
          <a:lstStyle/>
          <a:p>
            <a:pPr marL="0" lvl="0" indent="0" algn="r" rtl="0">
              <a:spcBef>
                <a:spcPts val="0"/>
              </a:spcBef>
              <a:spcAft>
                <a:spcPts val="0"/>
              </a:spcAft>
              <a:buNone/>
            </a:pPr>
            <a:fld id="{00000000-1234-1234-1234-123412341234}" type="slidenum">
              <a:rPr lang="en-US" smtClean="0"/>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FEFEFE"/>
            </a:gs>
            <a:gs pos="100000">
              <a:srgbClr val="F0F7FB"/>
            </a:gs>
          </a:gsLst>
          <a:lin ang="8100000" scaled="0"/>
        </a:gradFill>
        <a:effectLst/>
      </p:bgPr>
    </p:bg>
    <p:spTree>
      <p:nvGrpSpPr>
        <p:cNvPr id="1" name="Shape 219"/>
        <p:cNvGrpSpPr/>
        <p:nvPr/>
      </p:nvGrpSpPr>
      <p:grpSpPr>
        <a:xfrm>
          <a:off x="0" y="0"/>
          <a:ext cx="0" cy="0"/>
          <a:chOff x="0" y="0"/>
          <a:chExt cx="0" cy="0"/>
        </a:xfrm>
      </p:grpSpPr>
      <p:sp>
        <p:nvSpPr>
          <p:cNvPr id="220" name="Google Shape;220;p6"/>
          <p:cNvSpPr/>
          <p:nvPr/>
        </p:nvSpPr>
        <p:spPr>
          <a:xfrm>
            <a:off x="0" y="0"/>
            <a:ext cx="12191695" cy="809625"/>
          </a:xfrm>
          <a:prstGeom prst="rect">
            <a:avLst/>
          </a:prstGeom>
          <a:solidFill>
            <a:srgbClr val="1284BA">
              <a:alpha val="4705"/>
            </a:srgbClr>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21" name="Google Shape;221;p6" descr="image.png"/>
          <p:cNvPicPr preferRelativeResize="0"/>
          <p:nvPr/>
        </p:nvPicPr>
        <p:blipFill rotWithShape="1">
          <a:blip r:embed="rId3">
            <a:alphaModFix/>
          </a:blip>
          <a:srcRect/>
          <a:stretch/>
        </p:blipFill>
        <p:spPr>
          <a:xfrm>
            <a:off x="609584" y="216578"/>
            <a:ext cx="472921" cy="366931"/>
          </a:xfrm>
          <a:prstGeom prst="rect">
            <a:avLst/>
          </a:prstGeom>
          <a:noFill/>
          <a:ln>
            <a:noFill/>
          </a:ln>
        </p:spPr>
      </p:pic>
      <p:sp>
        <p:nvSpPr>
          <p:cNvPr id="222" name="Google Shape;222;p6"/>
          <p:cNvSpPr txBox="1"/>
          <p:nvPr/>
        </p:nvSpPr>
        <p:spPr>
          <a:xfrm>
            <a:off x="1162020" y="166140"/>
            <a:ext cx="4344394" cy="467820"/>
          </a:xfrm>
          <a:prstGeom prst="rect">
            <a:avLst/>
          </a:prstGeom>
          <a:noFill/>
          <a:ln>
            <a:noFill/>
          </a:ln>
        </p:spPr>
        <p:txBody>
          <a:bodyPr spcFirstLastPara="1" wrap="square" lIns="73150" tIns="54850" rIns="73150" bIns="54850" anchor="ctr" anchorCtr="0">
            <a:spAutoFit/>
          </a:bodyPr>
          <a:lstStyle/>
          <a:p>
            <a:pPr marL="0" marR="0" lvl="0" indent="0" algn="l" rtl="0">
              <a:lnSpc>
                <a:spcPct val="81250"/>
              </a:lnSpc>
              <a:spcBef>
                <a:spcPts val="0"/>
              </a:spcBef>
              <a:spcAft>
                <a:spcPts val="0"/>
              </a:spcAft>
              <a:buNone/>
            </a:pPr>
            <a:r>
              <a:rPr lang="en-US" sz="3200" b="1">
                <a:solidFill>
                  <a:srgbClr val="1284BA"/>
                </a:solidFill>
                <a:latin typeface="Source Code Pro"/>
                <a:ea typeface="Source Code Pro"/>
                <a:cs typeface="Source Code Pro"/>
                <a:sym typeface="Source Code Pro"/>
              </a:rPr>
              <a:t>Winning Condition</a:t>
            </a:r>
            <a:endParaRPr/>
          </a:p>
        </p:txBody>
      </p:sp>
      <p:sp>
        <p:nvSpPr>
          <p:cNvPr id="223" name="Google Shape;223;p6"/>
          <p:cNvSpPr/>
          <p:nvPr/>
        </p:nvSpPr>
        <p:spPr>
          <a:xfrm>
            <a:off x="609584" y="1571625"/>
            <a:ext cx="10972525" cy="2028825"/>
          </a:xfrm>
          <a:prstGeom prst="roundRect">
            <a:avLst>
              <a:gd name="adj" fmla="val 15023"/>
            </a:avLst>
          </a:prstGeom>
          <a:solidFill>
            <a:srgbClr val="FFFFFF"/>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4" name="Google Shape;224;p6"/>
          <p:cNvSpPr/>
          <p:nvPr/>
        </p:nvSpPr>
        <p:spPr>
          <a:xfrm rot="-5400000">
            <a:off x="-305768" y="2486977"/>
            <a:ext cx="2028825" cy="198120"/>
          </a:xfrm>
          <a:prstGeom prst="round2SameRect">
            <a:avLst>
              <a:gd name="adj1" fmla="val 50000"/>
              <a:gd name="adj2" fmla="val 0"/>
            </a:avLst>
          </a:prstGeom>
          <a:solidFill>
            <a:srgbClr val="FF862F"/>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25" name="Google Shape;225;p6" descr="image.png"/>
          <p:cNvPicPr preferRelativeResize="0"/>
          <p:nvPr/>
        </p:nvPicPr>
        <p:blipFill rotWithShape="1">
          <a:blip r:embed="rId4">
            <a:alphaModFix/>
          </a:blip>
          <a:srcRect/>
          <a:stretch/>
        </p:blipFill>
        <p:spPr>
          <a:xfrm>
            <a:off x="4990975" y="1998223"/>
            <a:ext cx="571485" cy="480303"/>
          </a:xfrm>
          <a:prstGeom prst="rect">
            <a:avLst/>
          </a:prstGeom>
          <a:noFill/>
          <a:ln>
            <a:noFill/>
          </a:ln>
        </p:spPr>
      </p:pic>
      <p:sp>
        <p:nvSpPr>
          <p:cNvPr id="226" name="Google Shape;226;p6"/>
          <p:cNvSpPr txBox="1"/>
          <p:nvPr/>
        </p:nvSpPr>
        <p:spPr>
          <a:xfrm>
            <a:off x="5103942" y="2013597"/>
            <a:ext cx="2288601" cy="405752"/>
          </a:xfrm>
          <a:prstGeom prst="rect">
            <a:avLst/>
          </a:prstGeom>
          <a:noFill/>
          <a:ln>
            <a:noFill/>
          </a:ln>
        </p:spPr>
        <p:txBody>
          <a:bodyPr spcFirstLastPara="1" wrap="square" lIns="73150" tIns="54850" rIns="73150" bIns="54850" anchor="ctr" anchorCtr="0">
            <a:spAutoFit/>
          </a:bodyPr>
          <a:lstStyle/>
          <a:p>
            <a:pPr marL="0" marR="0" lvl="0" indent="0" algn="ctr" rtl="0">
              <a:lnSpc>
                <a:spcPct val="116999"/>
              </a:lnSpc>
              <a:spcBef>
                <a:spcPts val="0"/>
              </a:spcBef>
              <a:spcAft>
                <a:spcPts val="0"/>
              </a:spcAft>
              <a:buNone/>
            </a:pPr>
            <a:r>
              <a:rPr lang="en-US" sz="2000" b="1">
                <a:solidFill>
                  <a:srgbClr val="FF862F"/>
                </a:solidFill>
                <a:latin typeface="Source Code Pro"/>
                <a:ea typeface="Source Code Pro"/>
                <a:cs typeface="Source Code Pro"/>
                <a:sym typeface="Source Code Pro"/>
              </a:rPr>
              <a:t>Objective</a:t>
            </a:r>
            <a:endParaRPr/>
          </a:p>
        </p:txBody>
      </p:sp>
      <p:sp>
        <p:nvSpPr>
          <p:cNvPr id="227" name="Google Shape;227;p6"/>
          <p:cNvSpPr txBox="1"/>
          <p:nvPr/>
        </p:nvSpPr>
        <p:spPr>
          <a:xfrm>
            <a:off x="2959965" y="2755318"/>
            <a:ext cx="6328912" cy="461537"/>
          </a:xfrm>
          <a:prstGeom prst="rect">
            <a:avLst/>
          </a:prstGeom>
          <a:noFill/>
          <a:ln>
            <a:noFill/>
          </a:ln>
        </p:spPr>
        <p:txBody>
          <a:bodyPr spcFirstLastPara="1" wrap="square" lIns="73150" tIns="54850" rIns="73150" bIns="54850" anchor="ctr" anchorCtr="0">
            <a:spAutoFit/>
          </a:bodyPr>
          <a:lstStyle/>
          <a:p>
            <a:pPr marL="0" marR="0" lvl="0" indent="0" algn="ctr" rtl="0">
              <a:lnSpc>
                <a:spcPct val="173333"/>
              </a:lnSpc>
              <a:spcBef>
                <a:spcPts val="0"/>
              </a:spcBef>
              <a:spcAft>
                <a:spcPts val="0"/>
              </a:spcAft>
              <a:buNone/>
            </a:pPr>
            <a:r>
              <a:rPr lang="en-US" sz="1800" b="1">
                <a:solidFill>
                  <a:srgbClr val="1284BA"/>
                </a:solidFill>
                <a:latin typeface="Roboto"/>
                <a:ea typeface="Roboto"/>
                <a:cs typeface="Roboto"/>
                <a:sym typeface="Roboto"/>
              </a:rPr>
              <a:t> Be the last player with </a:t>
            </a:r>
            <a:r>
              <a:rPr lang="en-US" sz="1800" b="1">
                <a:solidFill>
                  <a:srgbClr val="FF862F"/>
                </a:solidFill>
                <a:latin typeface="Roboto"/>
                <a:ea typeface="Roboto"/>
                <a:cs typeface="Roboto"/>
                <a:sym typeface="Roboto"/>
              </a:rPr>
              <a:t>more than two tokens</a:t>
            </a:r>
            <a:r>
              <a:rPr lang="en-US" sz="1800" b="1">
                <a:solidFill>
                  <a:srgbClr val="1284BA"/>
                </a:solidFill>
                <a:latin typeface="Roboto"/>
                <a:ea typeface="Roboto"/>
                <a:cs typeface="Roboto"/>
                <a:sym typeface="Roboto"/>
              </a:rPr>
              <a:t> remaining </a:t>
            </a:r>
            <a:endParaRPr/>
          </a:p>
        </p:txBody>
      </p:sp>
      <p:sp>
        <p:nvSpPr>
          <p:cNvPr id="228" name="Google Shape;228;p6"/>
          <p:cNvSpPr/>
          <p:nvPr/>
        </p:nvSpPr>
        <p:spPr>
          <a:xfrm>
            <a:off x="609584" y="3895724"/>
            <a:ext cx="5333866" cy="1895474"/>
          </a:xfrm>
          <a:prstGeom prst="roundRect">
            <a:avLst>
              <a:gd name="adj" fmla="val 12060"/>
            </a:avLst>
          </a:prstGeom>
          <a:solidFill>
            <a:srgbClr val="FFFFFF"/>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9" name="Google Shape;229;p6"/>
          <p:cNvSpPr/>
          <p:nvPr/>
        </p:nvSpPr>
        <p:spPr>
          <a:xfrm rot="-5400000">
            <a:off x="-272113" y="4777421"/>
            <a:ext cx="1895474" cy="132080"/>
          </a:xfrm>
          <a:prstGeom prst="round2SameRect">
            <a:avLst>
              <a:gd name="adj1" fmla="val 50000"/>
              <a:gd name="adj2" fmla="val 0"/>
            </a:avLst>
          </a:prstGeom>
          <a:solidFill>
            <a:srgbClr val="1284B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30" name="Google Shape;230;p6" descr="image.png"/>
          <p:cNvPicPr preferRelativeResize="0"/>
          <p:nvPr/>
        </p:nvPicPr>
        <p:blipFill rotWithShape="1">
          <a:blip r:embed="rId5">
            <a:alphaModFix/>
          </a:blip>
          <a:srcRect/>
          <a:stretch/>
        </p:blipFill>
        <p:spPr>
          <a:xfrm>
            <a:off x="952476" y="4246179"/>
            <a:ext cx="342891" cy="289691"/>
          </a:xfrm>
          <a:prstGeom prst="rect">
            <a:avLst/>
          </a:prstGeom>
          <a:noFill/>
          <a:ln>
            <a:noFill/>
          </a:ln>
        </p:spPr>
      </p:pic>
      <p:sp>
        <p:nvSpPr>
          <p:cNvPr id="231" name="Google Shape;231;p6"/>
          <p:cNvSpPr txBox="1"/>
          <p:nvPr/>
        </p:nvSpPr>
        <p:spPr>
          <a:xfrm>
            <a:off x="1295367" y="4200216"/>
            <a:ext cx="2491323" cy="380104"/>
          </a:xfrm>
          <a:prstGeom prst="rect">
            <a:avLst/>
          </a:prstGeom>
          <a:noFill/>
          <a:ln>
            <a:noFill/>
          </a:ln>
        </p:spPr>
        <p:txBody>
          <a:bodyPr spcFirstLastPara="1" wrap="square" lIns="73150" tIns="54850" rIns="73150" bIns="54850" anchor="ctr" anchorCtr="0">
            <a:spAutoFit/>
          </a:bodyPr>
          <a:lstStyle/>
          <a:p>
            <a:pPr marL="0" marR="0" lvl="0" indent="0" algn="l" rtl="0">
              <a:lnSpc>
                <a:spcPct val="115555"/>
              </a:lnSpc>
              <a:spcBef>
                <a:spcPts val="0"/>
              </a:spcBef>
              <a:spcAft>
                <a:spcPts val="0"/>
              </a:spcAft>
              <a:buNone/>
            </a:pPr>
            <a:r>
              <a:rPr lang="en-US" sz="1800" b="1">
                <a:solidFill>
                  <a:srgbClr val="1284BA"/>
                </a:solidFill>
                <a:latin typeface="Source Code Pro"/>
                <a:ea typeface="Source Code Pro"/>
                <a:cs typeface="Source Code Pro"/>
                <a:sym typeface="Source Code Pro"/>
              </a:rPr>
              <a:t>Game Ends When...</a:t>
            </a:r>
            <a:endParaRPr/>
          </a:p>
        </p:txBody>
      </p:sp>
      <p:sp>
        <p:nvSpPr>
          <p:cNvPr id="232" name="Google Shape;232;p6"/>
          <p:cNvSpPr txBox="1"/>
          <p:nvPr/>
        </p:nvSpPr>
        <p:spPr>
          <a:xfrm>
            <a:off x="952476" y="4738204"/>
            <a:ext cx="209544" cy="380104"/>
          </a:xfrm>
          <a:prstGeom prst="rect">
            <a:avLst/>
          </a:prstGeom>
          <a:noFill/>
          <a:ln>
            <a:noFill/>
          </a:ln>
        </p:spPr>
        <p:txBody>
          <a:bodyPr spcFirstLastPara="1" wrap="square" lIns="73150" tIns="54850" rIns="73150" bIns="54850" anchor="ctr" anchorCtr="0">
            <a:spAutoFit/>
          </a:bodyPr>
          <a:lstStyle/>
          <a:p>
            <a:pPr marL="0" marR="0" lvl="0" indent="0" algn="l" rtl="0">
              <a:lnSpc>
                <a:spcPct val="86666"/>
              </a:lnSpc>
              <a:spcBef>
                <a:spcPts val="0"/>
              </a:spcBef>
              <a:spcAft>
                <a:spcPts val="0"/>
              </a:spcAft>
              <a:buNone/>
            </a:pPr>
            <a:r>
              <a:rPr lang="en-US" sz="2400" b="1">
                <a:solidFill>
                  <a:srgbClr val="FF862F"/>
                </a:solidFill>
                <a:latin typeface="Roboto"/>
                <a:ea typeface="Roboto"/>
                <a:cs typeface="Roboto"/>
                <a:sym typeface="Roboto"/>
              </a:rPr>
              <a:t>•</a:t>
            </a:r>
            <a:endParaRPr/>
          </a:p>
        </p:txBody>
      </p:sp>
      <p:sp>
        <p:nvSpPr>
          <p:cNvPr id="233" name="Google Shape;233;p6"/>
          <p:cNvSpPr txBox="1"/>
          <p:nvPr/>
        </p:nvSpPr>
        <p:spPr>
          <a:xfrm>
            <a:off x="1123921" y="4705083"/>
            <a:ext cx="3828955" cy="359457"/>
          </a:xfrm>
          <a:prstGeom prst="rect">
            <a:avLst/>
          </a:prstGeom>
          <a:noFill/>
          <a:ln>
            <a:noFill/>
          </a:ln>
        </p:spPr>
        <p:txBody>
          <a:bodyPr spcFirstLastPara="1" wrap="square" lIns="73150" tIns="54850" rIns="73150" bIns="54850" anchor="ctr" anchorCtr="0">
            <a:spAutoFit/>
          </a:bodyPr>
          <a:lstStyle/>
          <a:p>
            <a:pPr marL="0" marR="0" lvl="0" indent="0" algn="l" rtl="0">
              <a:lnSpc>
                <a:spcPct val="130000"/>
              </a:lnSpc>
              <a:spcBef>
                <a:spcPts val="0"/>
              </a:spcBef>
              <a:spcAft>
                <a:spcPts val="0"/>
              </a:spcAft>
              <a:buNone/>
            </a:pPr>
            <a:r>
              <a:rPr lang="en-US" sz="1196" b="0">
                <a:solidFill>
                  <a:srgbClr val="555555"/>
                </a:solidFill>
                <a:latin typeface="Roboto"/>
                <a:ea typeface="Roboto"/>
                <a:cs typeface="Roboto"/>
                <a:sym typeface="Roboto"/>
              </a:rPr>
              <a:t> </a:t>
            </a:r>
            <a:r>
              <a:rPr lang="en-US" sz="1600" b="0">
                <a:solidFill>
                  <a:srgbClr val="555555"/>
                </a:solidFill>
                <a:latin typeface="Roboto"/>
                <a:ea typeface="Roboto"/>
                <a:cs typeface="Roboto"/>
                <a:sym typeface="Roboto"/>
              </a:rPr>
              <a:t>One player has only </a:t>
            </a:r>
            <a:r>
              <a:rPr lang="en-US" sz="1600" b="1">
                <a:solidFill>
                  <a:srgbClr val="1284BA"/>
                </a:solidFill>
                <a:latin typeface="Roboto"/>
                <a:ea typeface="Roboto"/>
                <a:cs typeface="Roboto"/>
                <a:sym typeface="Roboto"/>
              </a:rPr>
              <a:t>2 tokens</a:t>
            </a:r>
            <a:r>
              <a:rPr lang="en-US" sz="1600" b="0">
                <a:solidFill>
                  <a:srgbClr val="555555"/>
                </a:solidFill>
                <a:latin typeface="Roboto"/>
                <a:ea typeface="Roboto"/>
                <a:cs typeface="Roboto"/>
                <a:sym typeface="Roboto"/>
              </a:rPr>
              <a:t> left </a:t>
            </a:r>
            <a:endParaRPr/>
          </a:p>
        </p:txBody>
      </p:sp>
      <p:sp>
        <p:nvSpPr>
          <p:cNvPr id="234" name="Google Shape;234;p6"/>
          <p:cNvSpPr txBox="1"/>
          <p:nvPr/>
        </p:nvSpPr>
        <p:spPr>
          <a:xfrm>
            <a:off x="952476" y="5134423"/>
            <a:ext cx="237501" cy="380104"/>
          </a:xfrm>
          <a:prstGeom prst="rect">
            <a:avLst/>
          </a:prstGeom>
          <a:noFill/>
          <a:ln>
            <a:noFill/>
          </a:ln>
        </p:spPr>
        <p:txBody>
          <a:bodyPr spcFirstLastPara="1" wrap="square" lIns="73150" tIns="54850" rIns="73150" bIns="54850" anchor="ctr" anchorCtr="0">
            <a:spAutoFit/>
          </a:bodyPr>
          <a:lstStyle/>
          <a:p>
            <a:pPr marL="0" marR="0" lvl="0" indent="0" algn="l" rtl="0">
              <a:lnSpc>
                <a:spcPct val="104000"/>
              </a:lnSpc>
              <a:spcBef>
                <a:spcPts val="0"/>
              </a:spcBef>
              <a:spcAft>
                <a:spcPts val="0"/>
              </a:spcAft>
              <a:buNone/>
            </a:pPr>
            <a:r>
              <a:rPr lang="en-US" sz="2000" b="1">
                <a:solidFill>
                  <a:srgbClr val="FF862F"/>
                </a:solidFill>
                <a:latin typeface="Roboto"/>
                <a:ea typeface="Roboto"/>
                <a:cs typeface="Roboto"/>
                <a:sym typeface="Roboto"/>
              </a:rPr>
              <a:t>•</a:t>
            </a:r>
            <a:endParaRPr/>
          </a:p>
        </p:txBody>
      </p:sp>
      <p:sp>
        <p:nvSpPr>
          <p:cNvPr id="235" name="Google Shape;235;p6"/>
          <p:cNvSpPr txBox="1"/>
          <p:nvPr/>
        </p:nvSpPr>
        <p:spPr>
          <a:xfrm>
            <a:off x="1082505" y="5136467"/>
            <a:ext cx="3790856" cy="359457"/>
          </a:xfrm>
          <a:prstGeom prst="rect">
            <a:avLst/>
          </a:prstGeom>
          <a:noFill/>
          <a:ln>
            <a:noFill/>
          </a:ln>
        </p:spPr>
        <p:txBody>
          <a:bodyPr spcFirstLastPara="1" wrap="square" lIns="73150" tIns="54850" rIns="73150" bIns="54850" anchor="ctr" anchorCtr="0">
            <a:spAutoFit/>
          </a:bodyPr>
          <a:lstStyle/>
          <a:p>
            <a:pPr marL="0" marR="0" lvl="0" indent="0" algn="l" rtl="0">
              <a:lnSpc>
                <a:spcPct val="130000"/>
              </a:lnSpc>
              <a:spcBef>
                <a:spcPts val="0"/>
              </a:spcBef>
              <a:spcAft>
                <a:spcPts val="0"/>
              </a:spcAft>
              <a:buNone/>
            </a:pPr>
            <a:r>
              <a:rPr lang="en-US" sz="1600" b="0">
                <a:solidFill>
                  <a:srgbClr val="555555"/>
                </a:solidFill>
                <a:latin typeface="Roboto"/>
                <a:ea typeface="Roboto"/>
                <a:cs typeface="Roboto"/>
                <a:sym typeface="Roboto"/>
              </a:rPr>
              <a:t> Opponent has </a:t>
            </a:r>
            <a:r>
              <a:rPr lang="en-US" sz="1600" b="1">
                <a:solidFill>
                  <a:srgbClr val="1284BA"/>
                </a:solidFill>
                <a:latin typeface="Roboto"/>
                <a:ea typeface="Roboto"/>
                <a:cs typeface="Roboto"/>
                <a:sym typeface="Roboto"/>
              </a:rPr>
              <a:t>4 or more</a:t>
            </a:r>
            <a:r>
              <a:rPr lang="en-US" sz="1600" b="0">
                <a:solidFill>
                  <a:srgbClr val="555555"/>
                </a:solidFill>
                <a:latin typeface="Roboto"/>
                <a:ea typeface="Roboto"/>
                <a:cs typeface="Roboto"/>
                <a:sym typeface="Roboto"/>
              </a:rPr>
              <a:t> tokens </a:t>
            </a:r>
            <a:endParaRPr/>
          </a:p>
        </p:txBody>
      </p:sp>
      <p:sp>
        <p:nvSpPr>
          <p:cNvPr id="236" name="Google Shape;236;p6"/>
          <p:cNvSpPr/>
          <p:nvPr/>
        </p:nvSpPr>
        <p:spPr>
          <a:xfrm>
            <a:off x="6248243" y="3895724"/>
            <a:ext cx="5333866" cy="1895474"/>
          </a:xfrm>
          <a:prstGeom prst="roundRect">
            <a:avLst>
              <a:gd name="adj" fmla="val 12060"/>
            </a:avLst>
          </a:prstGeom>
          <a:solidFill>
            <a:srgbClr val="FFFFFF"/>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7" name="Google Shape;237;p6"/>
          <p:cNvSpPr/>
          <p:nvPr/>
        </p:nvSpPr>
        <p:spPr>
          <a:xfrm rot="-5400000">
            <a:off x="5366546" y="4777421"/>
            <a:ext cx="1895474" cy="132080"/>
          </a:xfrm>
          <a:prstGeom prst="round2SameRect">
            <a:avLst>
              <a:gd name="adj1" fmla="val 50000"/>
              <a:gd name="adj2" fmla="val 0"/>
            </a:avLst>
          </a:prstGeom>
          <a:solidFill>
            <a:srgbClr val="1284B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38" name="Google Shape;238;p6" descr="image.png"/>
          <p:cNvPicPr preferRelativeResize="0"/>
          <p:nvPr/>
        </p:nvPicPr>
        <p:blipFill rotWithShape="1">
          <a:blip r:embed="rId6">
            <a:alphaModFix/>
          </a:blip>
          <a:srcRect/>
          <a:stretch/>
        </p:blipFill>
        <p:spPr>
          <a:xfrm>
            <a:off x="6591135" y="4246179"/>
            <a:ext cx="342891" cy="289691"/>
          </a:xfrm>
          <a:prstGeom prst="rect">
            <a:avLst/>
          </a:prstGeom>
          <a:noFill/>
          <a:ln>
            <a:noFill/>
          </a:ln>
        </p:spPr>
      </p:pic>
      <p:sp>
        <p:nvSpPr>
          <p:cNvPr id="239" name="Google Shape;239;p6"/>
          <p:cNvSpPr txBox="1"/>
          <p:nvPr/>
        </p:nvSpPr>
        <p:spPr>
          <a:xfrm>
            <a:off x="7048323" y="4193418"/>
            <a:ext cx="2240554" cy="380104"/>
          </a:xfrm>
          <a:prstGeom prst="rect">
            <a:avLst/>
          </a:prstGeom>
          <a:noFill/>
          <a:ln>
            <a:noFill/>
          </a:ln>
        </p:spPr>
        <p:txBody>
          <a:bodyPr spcFirstLastPara="1" wrap="square" lIns="73150" tIns="54850" rIns="73150" bIns="54850" anchor="ctr" anchorCtr="0">
            <a:spAutoFit/>
          </a:bodyPr>
          <a:lstStyle/>
          <a:p>
            <a:pPr marL="0" marR="0" lvl="0" indent="0" algn="l" rtl="0">
              <a:lnSpc>
                <a:spcPct val="115555"/>
              </a:lnSpc>
              <a:spcBef>
                <a:spcPts val="0"/>
              </a:spcBef>
              <a:spcAft>
                <a:spcPts val="0"/>
              </a:spcAft>
              <a:buNone/>
            </a:pPr>
            <a:r>
              <a:rPr lang="en-US" sz="1800" b="1">
                <a:solidFill>
                  <a:srgbClr val="1284BA"/>
                </a:solidFill>
                <a:latin typeface="Source Code Pro"/>
                <a:ea typeface="Source Code Pro"/>
                <a:cs typeface="Source Code Pro"/>
                <a:sym typeface="Source Code Pro"/>
              </a:rPr>
              <a:t>Why 2 Tokens?</a:t>
            </a:r>
            <a:endParaRPr/>
          </a:p>
        </p:txBody>
      </p:sp>
      <p:sp>
        <p:nvSpPr>
          <p:cNvPr id="240" name="Google Shape;240;p6"/>
          <p:cNvSpPr txBox="1"/>
          <p:nvPr/>
        </p:nvSpPr>
        <p:spPr>
          <a:xfrm>
            <a:off x="6591135" y="4733925"/>
            <a:ext cx="4686182" cy="628650"/>
          </a:xfrm>
          <a:prstGeom prst="rect">
            <a:avLst/>
          </a:prstGeom>
          <a:noFill/>
          <a:ln>
            <a:noFill/>
          </a:ln>
        </p:spPr>
        <p:txBody>
          <a:bodyPr spcFirstLastPara="1" wrap="square" lIns="73150" tIns="54850" rIns="73150" bIns="54850" anchor="ctr" anchorCtr="0">
            <a:spAutoFit/>
          </a:bodyPr>
          <a:lstStyle/>
          <a:p>
            <a:pPr marL="0" marR="0" lvl="0" indent="0" algn="l" rtl="0">
              <a:lnSpc>
                <a:spcPct val="130000"/>
              </a:lnSpc>
              <a:spcBef>
                <a:spcPts val="0"/>
              </a:spcBef>
              <a:spcAft>
                <a:spcPts val="0"/>
              </a:spcAft>
              <a:buNone/>
            </a:pPr>
            <a:r>
              <a:rPr lang="en-US" sz="1600" b="0">
                <a:solidFill>
                  <a:srgbClr val="555555"/>
                </a:solidFill>
                <a:latin typeface="Roboto"/>
                <a:ea typeface="Roboto"/>
                <a:cs typeface="Roboto"/>
                <a:sym typeface="Roboto"/>
              </a:rPr>
              <a:t>At </a:t>
            </a:r>
            <a:r>
              <a:rPr lang="en-US" sz="1600" b="1">
                <a:solidFill>
                  <a:srgbClr val="1284BA"/>
                </a:solidFill>
                <a:latin typeface="Roboto"/>
                <a:ea typeface="Roboto"/>
                <a:cs typeface="Roboto"/>
                <a:sym typeface="Roboto"/>
              </a:rPr>
              <a:t>2 tokens</a:t>
            </a:r>
            <a:r>
              <a:rPr lang="en-US" sz="1600" b="0">
                <a:solidFill>
                  <a:srgbClr val="555555"/>
                </a:solidFill>
                <a:latin typeface="Roboto"/>
                <a:ea typeface="Roboto"/>
                <a:cs typeface="Roboto"/>
                <a:sym typeface="Roboto"/>
              </a:rPr>
              <a:t>, a player cannot effectively </a:t>
            </a:r>
            <a:r>
              <a:rPr lang="en-US" sz="1600" b="1">
                <a:solidFill>
                  <a:srgbClr val="1284BA"/>
                </a:solidFill>
                <a:latin typeface="Roboto"/>
                <a:ea typeface="Roboto"/>
                <a:cs typeface="Roboto"/>
                <a:sym typeface="Roboto"/>
              </a:rPr>
              <a:t>surround</a:t>
            </a:r>
            <a:r>
              <a:rPr lang="en-US" sz="1600" b="0">
                <a:solidFill>
                  <a:srgbClr val="555555"/>
                </a:solidFill>
                <a:latin typeface="Roboto"/>
                <a:ea typeface="Roboto"/>
                <a:cs typeface="Roboto"/>
                <a:sym typeface="Roboto"/>
              </a:rPr>
              <a:t> any opponent tokens, so game is considered over </a:t>
            </a:r>
            <a:endParaRPr/>
          </a:p>
        </p:txBody>
      </p:sp>
      <p:sp>
        <p:nvSpPr>
          <p:cNvPr id="241" name="Google Shape;241;p6"/>
          <p:cNvSpPr/>
          <p:nvPr/>
        </p:nvSpPr>
        <p:spPr>
          <a:xfrm>
            <a:off x="5600559" y="6553199"/>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2" name="Google Shape;242;p6"/>
          <p:cNvSpPr/>
          <p:nvPr/>
        </p:nvSpPr>
        <p:spPr>
          <a:xfrm>
            <a:off x="5752956" y="6553199"/>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3" name="Google Shape;243;p6"/>
          <p:cNvSpPr/>
          <p:nvPr/>
        </p:nvSpPr>
        <p:spPr>
          <a:xfrm>
            <a:off x="5905352" y="6553199"/>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4" name="Google Shape;244;p6"/>
          <p:cNvSpPr/>
          <p:nvPr/>
        </p:nvSpPr>
        <p:spPr>
          <a:xfrm>
            <a:off x="6057748" y="6553199"/>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5" name="Google Shape;245;p6"/>
          <p:cNvSpPr/>
          <p:nvPr/>
        </p:nvSpPr>
        <p:spPr>
          <a:xfrm>
            <a:off x="6210144" y="6553199"/>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6" name="Google Shape;246;p6"/>
          <p:cNvSpPr/>
          <p:nvPr/>
        </p:nvSpPr>
        <p:spPr>
          <a:xfrm>
            <a:off x="6362540" y="6553199"/>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7" name="Google Shape;247;p6"/>
          <p:cNvSpPr/>
          <p:nvPr/>
        </p:nvSpPr>
        <p:spPr>
          <a:xfrm>
            <a:off x="6514937" y="6553199"/>
            <a:ext cx="76198" cy="76200"/>
          </a:xfrm>
          <a:prstGeom prst="roundRect">
            <a:avLst>
              <a:gd name="adj" fmla="val 249975000"/>
            </a:avLst>
          </a:prstGeom>
          <a:solidFill>
            <a:srgbClr val="1284B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 name="Date Placeholder 6">
            <a:extLst>
              <a:ext uri="{FF2B5EF4-FFF2-40B4-BE49-F238E27FC236}">
                <a16:creationId xmlns:a16="http://schemas.microsoft.com/office/drawing/2014/main" id="{247026EB-B9A4-F23F-A266-EC5E42B32B00}"/>
              </a:ext>
            </a:extLst>
          </p:cNvPr>
          <p:cNvSpPr>
            <a:spLocks noGrp="1"/>
          </p:cNvSpPr>
          <p:nvPr>
            <p:ph type="dt" idx="10"/>
          </p:nvPr>
        </p:nvSpPr>
        <p:spPr>
          <a:xfrm>
            <a:off x="457200" y="6356350"/>
            <a:ext cx="2133600" cy="365125"/>
          </a:xfrm>
        </p:spPr>
        <p:txBody>
          <a:bodyPr/>
          <a:lstStyle/>
          <a:p>
            <a:fld id="{B39AE11E-A222-400F-9A18-9B74D19598D3}" type="datetime1">
              <a:rPr lang="en-US" smtClean="0"/>
              <a:t>3/7/2026</a:t>
            </a:fld>
            <a:endParaRPr lang="en-US" dirty="0"/>
          </a:p>
        </p:txBody>
      </p:sp>
      <p:sp>
        <p:nvSpPr>
          <p:cNvPr id="8" name="Slide Number Placeholder 7">
            <a:extLst>
              <a:ext uri="{FF2B5EF4-FFF2-40B4-BE49-F238E27FC236}">
                <a16:creationId xmlns:a16="http://schemas.microsoft.com/office/drawing/2014/main" id="{523FA1F1-0F83-7764-0334-38862EB22FB8}"/>
              </a:ext>
            </a:extLst>
          </p:cNvPr>
          <p:cNvSpPr>
            <a:spLocks noGrp="1"/>
          </p:cNvSpPr>
          <p:nvPr>
            <p:ph type="sldNum" idx="12"/>
          </p:nvPr>
        </p:nvSpPr>
        <p:spPr>
          <a:xfrm>
            <a:off x="9601200" y="6351269"/>
            <a:ext cx="2133600" cy="365125"/>
          </a:xfrm>
        </p:spPr>
        <p:txBody>
          <a:bodyPr/>
          <a:lstStyle/>
          <a:p>
            <a:pPr marL="0" lvl="0" indent="0" algn="r" rtl="0">
              <a:spcBef>
                <a:spcPts val="0"/>
              </a:spcBef>
              <a:spcAft>
                <a:spcPts val="0"/>
              </a:spcAft>
              <a:buNone/>
            </a:pPr>
            <a:fld id="{00000000-1234-1234-1234-123412341234}" type="slidenum">
              <a:rPr lang="en-US" smtClean="0"/>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FEFEFE"/>
            </a:gs>
            <a:gs pos="100000">
              <a:srgbClr val="F0F7FB"/>
            </a:gs>
          </a:gsLst>
          <a:lin ang="8100000" scaled="0"/>
        </a:gradFill>
        <a:effectLst/>
      </p:bgPr>
    </p:bg>
    <p:spTree>
      <p:nvGrpSpPr>
        <p:cNvPr id="1" name="Shape 252"/>
        <p:cNvGrpSpPr/>
        <p:nvPr/>
      </p:nvGrpSpPr>
      <p:grpSpPr>
        <a:xfrm>
          <a:off x="0" y="0"/>
          <a:ext cx="0" cy="0"/>
          <a:chOff x="0" y="0"/>
          <a:chExt cx="0" cy="0"/>
        </a:xfrm>
      </p:grpSpPr>
      <p:sp>
        <p:nvSpPr>
          <p:cNvPr id="253" name="Google Shape;253;p7"/>
          <p:cNvSpPr/>
          <p:nvPr/>
        </p:nvSpPr>
        <p:spPr>
          <a:xfrm>
            <a:off x="-11215" y="0"/>
            <a:ext cx="12191695" cy="724870"/>
          </a:xfrm>
          <a:prstGeom prst="rect">
            <a:avLst/>
          </a:prstGeom>
          <a:solidFill>
            <a:srgbClr val="1284BA">
              <a:alpha val="4705"/>
            </a:srgbClr>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254" name="Google Shape;254;p7"/>
          <p:cNvGrpSpPr/>
          <p:nvPr/>
        </p:nvGrpSpPr>
        <p:grpSpPr>
          <a:xfrm>
            <a:off x="363777" y="137706"/>
            <a:ext cx="2791045" cy="454483"/>
            <a:chOff x="609584" y="0"/>
            <a:chExt cx="2791045" cy="454483"/>
          </a:xfrm>
        </p:grpSpPr>
        <p:pic>
          <p:nvPicPr>
            <p:cNvPr id="255" name="Google Shape;255;p7" descr="image.png"/>
            <p:cNvPicPr preferRelativeResize="0"/>
            <p:nvPr/>
          </p:nvPicPr>
          <p:blipFill rotWithShape="1">
            <a:blip r:embed="rId3">
              <a:alphaModFix/>
            </a:blip>
            <a:srcRect/>
            <a:stretch/>
          </p:blipFill>
          <p:spPr>
            <a:xfrm>
              <a:off x="609584" y="16050"/>
              <a:ext cx="412971" cy="348898"/>
            </a:xfrm>
            <a:prstGeom prst="rect">
              <a:avLst/>
            </a:prstGeom>
            <a:noFill/>
            <a:ln>
              <a:noFill/>
            </a:ln>
          </p:spPr>
        </p:pic>
        <p:sp>
          <p:nvSpPr>
            <p:cNvPr id="256" name="Google Shape;256;p7"/>
            <p:cNvSpPr txBox="1"/>
            <p:nvPr/>
          </p:nvSpPr>
          <p:spPr>
            <a:xfrm>
              <a:off x="1104872" y="0"/>
              <a:ext cx="2295757" cy="454483"/>
            </a:xfrm>
            <a:prstGeom prst="rect">
              <a:avLst/>
            </a:prstGeom>
            <a:noFill/>
            <a:ln>
              <a:noFill/>
            </a:ln>
          </p:spPr>
          <p:txBody>
            <a:bodyPr spcFirstLastPara="1" wrap="square" lIns="73150" tIns="54850" rIns="73150" bIns="54850" anchor="ctr" anchorCtr="0">
              <a:spAutoFit/>
            </a:bodyPr>
            <a:lstStyle/>
            <a:p>
              <a:pPr marL="0" marR="0" lvl="0" indent="0" algn="l" rtl="0">
                <a:lnSpc>
                  <a:spcPct val="92857"/>
                </a:lnSpc>
                <a:spcBef>
                  <a:spcPts val="0"/>
                </a:spcBef>
                <a:spcAft>
                  <a:spcPts val="0"/>
                </a:spcAft>
                <a:buNone/>
              </a:pPr>
              <a:r>
                <a:rPr lang="en-US" sz="2800" b="1">
                  <a:solidFill>
                    <a:srgbClr val="1284BA"/>
                  </a:solidFill>
                  <a:latin typeface="Source Code Pro"/>
                  <a:ea typeface="Source Code Pro"/>
                  <a:cs typeface="Source Code Pro"/>
                  <a:sym typeface="Source Code Pro"/>
                </a:rPr>
                <a:t>Game Board</a:t>
              </a:r>
              <a:endParaRPr/>
            </a:p>
          </p:txBody>
        </p:sp>
      </p:grpSp>
      <p:sp>
        <p:nvSpPr>
          <p:cNvPr id="257" name="Google Shape;257;p7"/>
          <p:cNvSpPr/>
          <p:nvPr/>
        </p:nvSpPr>
        <p:spPr>
          <a:xfrm>
            <a:off x="5295767"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8" name="Google Shape;258;p7"/>
          <p:cNvSpPr/>
          <p:nvPr/>
        </p:nvSpPr>
        <p:spPr>
          <a:xfrm>
            <a:off x="5448163"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9" name="Google Shape;259;p7"/>
          <p:cNvSpPr/>
          <p:nvPr/>
        </p:nvSpPr>
        <p:spPr>
          <a:xfrm>
            <a:off x="5600559"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0" name="Google Shape;260;p7"/>
          <p:cNvSpPr/>
          <p:nvPr/>
        </p:nvSpPr>
        <p:spPr>
          <a:xfrm>
            <a:off x="5752956"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1" name="Google Shape;261;p7"/>
          <p:cNvSpPr/>
          <p:nvPr/>
        </p:nvSpPr>
        <p:spPr>
          <a:xfrm>
            <a:off x="5905352"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2" name="Google Shape;262;p7"/>
          <p:cNvSpPr/>
          <p:nvPr/>
        </p:nvSpPr>
        <p:spPr>
          <a:xfrm>
            <a:off x="6057748"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3" name="Google Shape;263;p7"/>
          <p:cNvSpPr/>
          <p:nvPr/>
        </p:nvSpPr>
        <p:spPr>
          <a:xfrm>
            <a:off x="6210144"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4" name="Google Shape;264;p7"/>
          <p:cNvSpPr/>
          <p:nvPr/>
        </p:nvSpPr>
        <p:spPr>
          <a:xfrm>
            <a:off x="6362540"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5" name="Google Shape;265;p7"/>
          <p:cNvSpPr/>
          <p:nvPr/>
        </p:nvSpPr>
        <p:spPr>
          <a:xfrm>
            <a:off x="6514937"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6" name="Google Shape;266;p7"/>
          <p:cNvSpPr/>
          <p:nvPr/>
        </p:nvSpPr>
        <p:spPr>
          <a:xfrm>
            <a:off x="6667333"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7" name="Google Shape;267;p7"/>
          <p:cNvSpPr/>
          <p:nvPr/>
        </p:nvSpPr>
        <p:spPr>
          <a:xfrm>
            <a:off x="6819729" y="7048500"/>
            <a:ext cx="76198" cy="76200"/>
          </a:xfrm>
          <a:prstGeom prst="roundRect">
            <a:avLst>
              <a:gd name="adj" fmla="val 249975000"/>
            </a:avLst>
          </a:prstGeom>
          <a:solidFill>
            <a:srgbClr val="1284B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268" name="Google Shape;268;p7"/>
          <p:cNvGrpSpPr/>
          <p:nvPr/>
        </p:nvGrpSpPr>
        <p:grpSpPr>
          <a:xfrm>
            <a:off x="4400286" y="1574407"/>
            <a:ext cx="4375354" cy="4177341"/>
            <a:chOff x="4633708" y="2022121"/>
            <a:chExt cx="2924583" cy="2812836"/>
          </a:xfrm>
        </p:grpSpPr>
        <p:pic>
          <p:nvPicPr>
            <p:cNvPr id="269" name="Google Shape;269;p7"/>
            <p:cNvPicPr preferRelativeResize="0"/>
            <p:nvPr/>
          </p:nvPicPr>
          <p:blipFill rotWithShape="1">
            <a:blip r:embed="rId4">
              <a:alphaModFix/>
            </a:blip>
            <a:srcRect/>
            <a:stretch/>
          </p:blipFill>
          <p:spPr>
            <a:xfrm>
              <a:off x="4633708" y="2047682"/>
              <a:ext cx="2924583" cy="2762636"/>
            </a:xfrm>
            <a:prstGeom prst="rect">
              <a:avLst/>
            </a:prstGeom>
            <a:noFill/>
            <a:ln>
              <a:noFill/>
            </a:ln>
          </p:spPr>
        </p:pic>
        <p:sp>
          <p:nvSpPr>
            <p:cNvPr id="270" name="Google Shape;270;p7"/>
            <p:cNvSpPr/>
            <p:nvPr/>
          </p:nvSpPr>
          <p:spPr>
            <a:xfrm>
              <a:off x="6000751" y="2022121"/>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271" name="Google Shape;271;p7"/>
            <p:cNvSpPr/>
            <p:nvPr/>
          </p:nvSpPr>
          <p:spPr>
            <a:xfrm>
              <a:off x="5602545" y="2060087"/>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2" name="Google Shape;272;p7"/>
            <p:cNvSpPr/>
            <p:nvPr/>
          </p:nvSpPr>
          <p:spPr>
            <a:xfrm>
              <a:off x="6485171" y="2060087"/>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3" name="Google Shape;273;p7"/>
            <p:cNvSpPr/>
            <p:nvPr/>
          </p:nvSpPr>
          <p:spPr>
            <a:xfrm>
              <a:off x="5996254" y="2428065"/>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274" name="Google Shape;274;p7"/>
            <p:cNvSpPr/>
            <p:nvPr/>
          </p:nvSpPr>
          <p:spPr>
            <a:xfrm>
              <a:off x="4768805" y="2943696"/>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275" name="Google Shape;275;p7"/>
            <p:cNvSpPr/>
            <p:nvPr/>
          </p:nvSpPr>
          <p:spPr>
            <a:xfrm>
              <a:off x="6009490" y="2863528"/>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276" name="Google Shape;276;p7"/>
            <p:cNvSpPr/>
            <p:nvPr/>
          </p:nvSpPr>
          <p:spPr>
            <a:xfrm>
              <a:off x="7261487" y="3712681"/>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7" name="Google Shape;277;p7"/>
            <p:cNvSpPr/>
            <p:nvPr/>
          </p:nvSpPr>
          <p:spPr>
            <a:xfrm>
              <a:off x="6416703" y="4607415"/>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278" name="Google Shape;278;p7"/>
            <p:cNvSpPr/>
            <p:nvPr/>
          </p:nvSpPr>
          <p:spPr>
            <a:xfrm>
              <a:off x="6000751" y="4644458"/>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279" name="Google Shape;279;p7"/>
            <p:cNvSpPr/>
            <p:nvPr/>
          </p:nvSpPr>
          <p:spPr>
            <a:xfrm>
              <a:off x="6000751" y="3828030"/>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0" name="Google Shape;280;p7"/>
            <p:cNvSpPr/>
            <p:nvPr/>
          </p:nvSpPr>
          <p:spPr>
            <a:xfrm>
              <a:off x="5584800" y="4549208"/>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1" name="Google Shape;281;p7"/>
            <p:cNvSpPr/>
            <p:nvPr/>
          </p:nvSpPr>
          <p:spPr>
            <a:xfrm>
              <a:off x="4787506" y="3750243"/>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grpSp>
      <p:grpSp>
        <p:nvGrpSpPr>
          <p:cNvPr id="282" name="Google Shape;282;p7"/>
          <p:cNvGrpSpPr/>
          <p:nvPr/>
        </p:nvGrpSpPr>
        <p:grpSpPr>
          <a:xfrm>
            <a:off x="5643695" y="794712"/>
            <a:ext cx="1983172" cy="666396"/>
            <a:chOff x="5219682" y="1105943"/>
            <a:chExt cx="1983172" cy="666396"/>
          </a:xfrm>
        </p:grpSpPr>
        <p:sp>
          <p:nvSpPr>
            <p:cNvPr id="283" name="Google Shape;283;p7"/>
            <p:cNvSpPr txBox="1"/>
            <p:nvPr/>
          </p:nvSpPr>
          <p:spPr>
            <a:xfrm>
              <a:off x="5654897" y="1105943"/>
              <a:ext cx="1112741" cy="380104"/>
            </a:xfrm>
            <a:prstGeom prst="rect">
              <a:avLst/>
            </a:prstGeom>
            <a:noFill/>
            <a:ln>
              <a:noFill/>
            </a:ln>
          </p:spPr>
          <p:txBody>
            <a:bodyPr spcFirstLastPara="1" wrap="square" lIns="73150" tIns="54850" rIns="73150" bIns="54850" anchor="ctr" anchorCtr="0">
              <a:spAutoFit/>
            </a:bodyPr>
            <a:lstStyle/>
            <a:p>
              <a:pPr marL="0" marR="0" lvl="0" indent="0" algn="ctr" rtl="0">
                <a:lnSpc>
                  <a:spcPct val="115555"/>
                </a:lnSpc>
                <a:spcBef>
                  <a:spcPts val="0"/>
                </a:spcBef>
                <a:spcAft>
                  <a:spcPts val="0"/>
                </a:spcAft>
                <a:buNone/>
              </a:pPr>
              <a:r>
                <a:rPr lang="en-US" sz="1800" b="1">
                  <a:solidFill>
                    <a:srgbClr val="1284BA"/>
                  </a:solidFill>
                  <a:latin typeface="Source Code Pro"/>
                  <a:ea typeface="Source Code Pro"/>
                  <a:cs typeface="Source Code Pro"/>
                  <a:sym typeface="Source Code Pro"/>
                </a:rPr>
                <a:t>All set</a:t>
              </a:r>
              <a:endParaRPr/>
            </a:p>
          </p:txBody>
        </p:sp>
        <p:sp>
          <p:nvSpPr>
            <p:cNvPr id="284" name="Google Shape;284;p7"/>
            <p:cNvSpPr txBox="1"/>
            <p:nvPr/>
          </p:nvSpPr>
          <p:spPr>
            <a:xfrm>
              <a:off x="5219682" y="1430707"/>
              <a:ext cx="1983172" cy="341632"/>
            </a:xfrm>
            <a:prstGeom prst="rect">
              <a:avLst/>
            </a:prstGeom>
            <a:noFill/>
            <a:ln>
              <a:noFill/>
            </a:ln>
          </p:spPr>
          <p:txBody>
            <a:bodyPr spcFirstLastPara="1" wrap="square" lIns="73150" tIns="54850" rIns="73150" bIns="54850" anchor="ctr" anchorCtr="0">
              <a:spAutoFit/>
            </a:bodyPr>
            <a:lstStyle/>
            <a:p>
              <a:pPr marL="0" marR="0" lvl="0" indent="0" algn="ctr" rtl="0">
                <a:lnSpc>
                  <a:spcPct val="113750"/>
                </a:lnSpc>
                <a:spcBef>
                  <a:spcPts val="0"/>
                </a:spcBef>
                <a:spcAft>
                  <a:spcPts val="0"/>
                </a:spcAft>
                <a:buNone/>
              </a:pPr>
              <a:r>
                <a:rPr lang="en-US" sz="1600">
                  <a:solidFill>
                    <a:srgbClr val="666666"/>
                  </a:solidFill>
                  <a:latin typeface="Roboto"/>
                  <a:ea typeface="Roboto"/>
                  <a:cs typeface="Roboto"/>
                  <a:sym typeface="Roboto"/>
                </a:rPr>
                <a:t>R</a:t>
              </a:r>
              <a:r>
                <a:rPr lang="en-US" sz="1600" b="0">
                  <a:solidFill>
                    <a:srgbClr val="666666"/>
                  </a:solidFill>
                  <a:latin typeface="Roboto"/>
                  <a:ea typeface="Roboto"/>
                  <a:cs typeface="Roboto"/>
                  <a:sym typeface="Roboto"/>
                </a:rPr>
                <a:t>eady for gameplay</a:t>
              </a:r>
              <a:endParaRPr/>
            </a:p>
          </p:txBody>
        </p:sp>
      </p:grpSp>
      <p:sp>
        <p:nvSpPr>
          <p:cNvPr id="7" name="Date Placeholder 6">
            <a:extLst>
              <a:ext uri="{FF2B5EF4-FFF2-40B4-BE49-F238E27FC236}">
                <a16:creationId xmlns:a16="http://schemas.microsoft.com/office/drawing/2014/main" id="{03475E50-C6CD-8A9C-45F3-33C385C4B25E}"/>
              </a:ext>
            </a:extLst>
          </p:cNvPr>
          <p:cNvSpPr>
            <a:spLocks noGrp="1"/>
          </p:cNvSpPr>
          <p:nvPr>
            <p:ph type="dt" idx="10"/>
          </p:nvPr>
        </p:nvSpPr>
        <p:spPr>
          <a:xfrm>
            <a:off x="457200" y="6356350"/>
            <a:ext cx="2133600" cy="365125"/>
          </a:xfrm>
        </p:spPr>
        <p:txBody>
          <a:bodyPr/>
          <a:lstStyle/>
          <a:p>
            <a:fld id="{B39AE11E-A222-400F-9A18-9B74D19598D3}" type="datetime1">
              <a:rPr lang="en-US" smtClean="0"/>
              <a:t>3/7/2026</a:t>
            </a:fld>
            <a:endParaRPr lang="en-US" dirty="0"/>
          </a:p>
        </p:txBody>
      </p:sp>
      <p:sp>
        <p:nvSpPr>
          <p:cNvPr id="8" name="Slide Number Placeholder 7">
            <a:extLst>
              <a:ext uri="{FF2B5EF4-FFF2-40B4-BE49-F238E27FC236}">
                <a16:creationId xmlns:a16="http://schemas.microsoft.com/office/drawing/2014/main" id="{AA40662B-4D66-3F7B-9354-5EC1B83E0912}"/>
              </a:ext>
            </a:extLst>
          </p:cNvPr>
          <p:cNvSpPr>
            <a:spLocks noGrp="1"/>
          </p:cNvSpPr>
          <p:nvPr>
            <p:ph type="sldNum" idx="12"/>
          </p:nvPr>
        </p:nvSpPr>
        <p:spPr>
          <a:xfrm>
            <a:off x="9601200" y="6351269"/>
            <a:ext cx="2133600" cy="365125"/>
          </a:xfrm>
        </p:spPr>
        <p:txBody>
          <a:bodyPr/>
          <a:lstStyle/>
          <a:p>
            <a:pPr marL="0" lvl="0" indent="0" algn="r" rtl="0">
              <a:spcBef>
                <a:spcPts val="0"/>
              </a:spcBef>
              <a:spcAft>
                <a:spcPts val="0"/>
              </a:spcAft>
              <a:buNone/>
            </a:pPr>
            <a:fld id="{00000000-1234-1234-1234-123412341234}" type="slidenum">
              <a:rPr lang="en-US" smtClean="0"/>
              <a:t>7</a:t>
            </a:fld>
            <a:endParaRPr lang="en-US" dirty="0"/>
          </a:p>
        </p:txBody>
      </p:sp>
      <p:sp>
        <p:nvSpPr>
          <p:cNvPr id="2" name="Google Shape;668;p18">
            <a:extLst>
              <a:ext uri="{FF2B5EF4-FFF2-40B4-BE49-F238E27FC236}">
                <a16:creationId xmlns:a16="http://schemas.microsoft.com/office/drawing/2014/main" id="{7798F389-F879-557F-50A8-29E790DB7796}"/>
              </a:ext>
            </a:extLst>
          </p:cNvPr>
          <p:cNvSpPr txBox="1"/>
          <p:nvPr/>
        </p:nvSpPr>
        <p:spPr>
          <a:xfrm>
            <a:off x="4614097" y="5866417"/>
            <a:ext cx="4042365" cy="434834"/>
          </a:xfrm>
          <a:prstGeom prst="rect">
            <a:avLst/>
          </a:prstGeom>
          <a:noFill/>
          <a:ln>
            <a:noFill/>
          </a:ln>
        </p:spPr>
        <p:txBody>
          <a:bodyPr spcFirstLastPara="1" wrap="square" lIns="73150" tIns="54850" rIns="73150" bIns="54850" anchor="ctr" anchorCtr="0">
            <a:spAutoFit/>
          </a:bodyPr>
          <a:lstStyle/>
          <a:p>
            <a:pPr marL="0" marR="0" lvl="0" indent="0" algn="ctr" rtl="0">
              <a:lnSpc>
                <a:spcPct val="116999"/>
              </a:lnSpc>
              <a:spcBef>
                <a:spcPts val="0"/>
              </a:spcBef>
              <a:spcAft>
                <a:spcPts val="0"/>
              </a:spcAft>
              <a:buNone/>
            </a:pPr>
            <a:r>
              <a:rPr lang="en-US" sz="1800" b="1" dirty="0">
                <a:solidFill>
                  <a:srgbClr val="0070C0"/>
                </a:solidFill>
                <a:latin typeface="Source Code Pro"/>
                <a:ea typeface="Source Code Pro"/>
                <a:cs typeface="Source Code Pro"/>
                <a:sym typeface="Source Code Pro"/>
              </a:rPr>
              <a:t>Initial State</a:t>
            </a:r>
            <a:endParaRPr sz="1800" b="1" dirty="0">
              <a:solidFill>
                <a:srgbClr val="0070C0"/>
              </a:solidFill>
              <a:latin typeface="Source Code Pro"/>
              <a:ea typeface="Source Code Pro"/>
              <a:cs typeface="Source Code Pro"/>
              <a:sym typeface="Source Code Pro"/>
            </a:endParaRPr>
          </a:p>
        </p:txBody>
      </p:sp>
      <p:sp>
        <p:nvSpPr>
          <p:cNvPr id="3" name="Google Shape;275;p7">
            <a:extLst>
              <a:ext uri="{FF2B5EF4-FFF2-40B4-BE49-F238E27FC236}">
                <a16:creationId xmlns:a16="http://schemas.microsoft.com/office/drawing/2014/main" id="{B83E2A36-F0F0-E8F5-81A0-CB7CFF476A75}"/>
              </a:ext>
            </a:extLst>
          </p:cNvPr>
          <p:cNvSpPr/>
          <p:nvPr/>
        </p:nvSpPr>
        <p:spPr>
          <a:xfrm>
            <a:off x="8306590" y="2823980"/>
            <a:ext cx="284992" cy="282910"/>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rgbClr val="FEFEFE"/>
            </a:gs>
            <a:gs pos="100000">
              <a:srgbClr val="F0F7FB"/>
            </a:gs>
          </a:gsLst>
          <a:lin ang="8100000" scaled="0"/>
        </a:gradFill>
        <a:effectLst/>
      </p:bgPr>
    </p:bg>
    <p:spTree>
      <p:nvGrpSpPr>
        <p:cNvPr id="1" name="Shape 289"/>
        <p:cNvGrpSpPr/>
        <p:nvPr/>
      </p:nvGrpSpPr>
      <p:grpSpPr>
        <a:xfrm>
          <a:off x="0" y="0"/>
          <a:ext cx="0" cy="0"/>
          <a:chOff x="0" y="0"/>
          <a:chExt cx="0" cy="0"/>
        </a:xfrm>
      </p:grpSpPr>
      <p:sp>
        <p:nvSpPr>
          <p:cNvPr id="290" name="Google Shape;290;p8"/>
          <p:cNvSpPr/>
          <p:nvPr/>
        </p:nvSpPr>
        <p:spPr>
          <a:xfrm>
            <a:off x="-11215" y="0"/>
            <a:ext cx="12191695" cy="724870"/>
          </a:xfrm>
          <a:prstGeom prst="rect">
            <a:avLst/>
          </a:prstGeom>
          <a:solidFill>
            <a:srgbClr val="1284BA">
              <a:alpha val="4705"/>
            </a:srgbClr>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291" name="Google Shape;291;p8"/>
          <p:cNvGrpSpPr/>
          <p:nvPr/>
        </p:nvGrpSpPr>
        <p:grpSpPr>
          <a:xfrm>
            <a:off x="363777" y="137706"/>
            <a:ext cx="2791045" cy="454483"/>
            <a:chOff x="609584" y="0"/>
            <a:chExt cx="2791045" cy="454483"/>
          </a:xfrm>
        </p:grpSpPr>
        <p:pic>
          <p:nvPicPr>
            <p:cNvPr id="292" name="Google Shape;292;p8" descr="image.png"/>
            <p:cNvPicPr preferRelativeResize="0"/>
            <p:nvPr/>
          </p:nvPicPr>
          <p:blipFill rotWithShape="1">
            <a:blip r:embed="rId3">
              <a:alphaModFix/>
            </a:blip>
            <a:srcRect/>
            <a:stretch/>
          </p:blipFill>
          <p:spPr>
            <a:xfrm>
              <a:off x="609584" y="16050"/>
              <a:ext cx="412971" cy="348898"/>
            </a:xfrm>
            <a:prstGeom prst="rect">
              <a:avLst/>
            </a:prstGeom>
            <a:noFill/>
            <a:ln>
              <a:noFill/>
            </a:ln>
          </p:spPr>
        </p:pic>
        <p:sp>
          <p:nvSpPr>
            <p:cNvPr id="293" name="Google Shape;293;p8"/>
            <p:cNvSpPr txBox="1"/>
            <p:nvPr/>
          </p:nvSpPr>
          <p:spPr>
            <a:xfrm>
              <a:off x="1104872" y="0"/>
              <a:ext cx="2295757" cy="454483"/>
            </a:xfrm>
            <a:prstGeom prst="rect">
              <a:avLst/>
            </a:prstGeom>
            <a:noFill/>
            <a:ln>
              <a:noFill/>
            </a:ln>
          </p:spPr>
          <p:txBody>
            <a:bodyPr spcFirstLastPara="1" wrap="square" lIns="73150" tIns="54850" rIns="73150" bIns="54850" anchor="ctr" anchorCtr="0">
              <a:spAutoFit/>
            </a:bodyPr>
            <a:lstStyle/>
            <a:p>
              <a:pPr marL="0" marR="0" lvl="0" indent="0" algn="l" rtl="0">
                <a:lnSpc>
                  <a:spcPct val="92857"/>
                </a:lnSpc>
                <a:spcBef>
                  <a:spcPts val="0"/>
                </a:spcBef>
                <a:spcAft>
                  <a:spcPts val="0"/>
                </a:spcAft>
                <a:buNone/>
              </a:pPr>
              <a:r>
                <a:rPr lang="en-US" sz="2800" b="1">
                  <a:solidFill>
                    <a:srgbClr val="1284BA"/>
                  </a:solidFill>
                  <a:latin typeface="Source Code Pro"/>
                  <a:ea typeface="Source Code Pro"/>
                  <a:cs typeface="Source Code Pro"/>
                  <a:sym typeface="Source Code Pro"/>
                </a:rPr>
                <a:t>Game Board</a:t>
              </a:r>
              <a:endParaRPr/>
            </a:p>
          </p:txBody>
        </p:sp>
      </p:grpSp>
      <p:sp>
        <p:nvSpPr>
          <p:cNvPr id="294" name="Google Shape;294;p8"/>
          <p:cNvSpPr txBox="1"/>
          <p:nvPr/>
        </p:nvSpPr>
        <p:spPr>
          <a:xfrm>
            <a:off x="5376303" y="1075120"/>
            <a:ext cx="2353465" cy="391967"/>
          </a:xfrm>
          <a:prstGeom prst="rect">
            <a:avLst/>
          </a:prstGeom>
          <a:noFill/>
          <a:ln>
            <a:noFill/>
          </a:ln>
        </p:spPr>
        <p:txBody>
          <a:bodyPr spcFirstLastPara="1" wrap="square" lIns="73150" tIns="54850" rIns="73150" bIns="54850" anchor="ctr" anchorCtr="0">
            <a:spAutoFit/>
          </a:bodyPr>
          <a:lstStyle/>
          <a:p>
            <a:pPr marL="0" marR="0" lvl="0" indent="0" algn="ctr" rtl="0">
              <a:lnSpc>
                <a:spcPct val="130434"/>
              </a:lnSpc>
              <a:spcBef>
                <a:spcPts val="0"/>
              </a:spcBef>
              <a:spcAft>
                <a:spcPts val="0"/>
              </a:spcAft>
              <a:buNone/>
            </a:pPr>
            <a:r>
              <a:rPr lang="en-US" sz="1794" b="1">
                <a:solidFill>
                  <a:schemeClr val="accent6"/>
                </a:solidFill>
                <a:latin typeface="Source Code Pro"/>
                <a:ea typeface="Source Code Pro"/>
                <a:cs typeface="Source Code Pro"/>
                <a:sym typeface="Source Code Pro"/>
              </a:rPr>
              <a:t>Red's First Move</a:t>
            </a:r>
            <a:endParaRPr/>
          </a:p>
        </p:txBody>
      </p:sp>
      <p:sp>
        <p:nvSpPr>
          <p:cNvPr id="295" name="Google Shape;295;p8"/>
          <p:cNvSpPr/>
          <p:nvPr/>
        </p:nvSpPr>
        <p:spPr>
          <a:xfrm>
            <a:off x="5295767"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6" name="Google Shape;296;p8"/>
          <p:cNvSpPr/>
          <p:nvPr/>
        </p:nvSpPr>
        <p:spPr>
          <a:xfrm>
            <a:off x="5448163"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7" name="Google Shape;297;p8"/>
          <p:cNvSpPr/>
          <p:nvPr/>
        </p:nvSpPr>
        <p:spPr>
          <a:xfrm>
            <a:off x="5600559"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8" name="Google Shape;298;p8"/>
          <p:cNvSpPr/>
          <p:nvPr/>
        </p:nvSpPr>
        <p:spPr>
          <a:xfrm>
            <a:off x="5752956"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9" name="Google Shape;299;p8"/>
          <p:cNvSpPr/>
          <p:nvPr/>
        </p:nvSpPr>
        <p:spPr>
          <a:xfrm>
            <a:off x="5905352"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0" name="Google Shape;300;p8"/>
          <p:cNvSpPr/>
          <p:nvPr/>
        </p:nvSpPr>
        <p:spPr>
          <a:xfrm>
            <a:off x="6057748"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1" name="Google Shape;301;p8"/>
          <p:cNvSpPr/>
          <p:nvPr/>
        </p:nvSpPr>
        <p:spPr>
          <a:xfrm>
            <a:off x="6210144"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2" name="Google Shape;302;p8"/>
          <p:cNvSpPr/>
          <p:nvPr/>
        </p:nvSpPr>
        <p:spPr>
          <a:xfrm>
            <a:off x="6362540"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3" name="Google Shape;303;p8"/>
          <p:cNvSpPr/>
          <p:nvPr/>
        </p:nvSpPr>
        <p:spPr>
          <a:xfrm>
            <a:off x="6514937"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4" name="Google Shape;304;p8"/>
          <p:cNvSpPr/>
          <p:nvPr/>
        </p:nvSpPr>
        <p:spPr>
          <a:xfrm>
            <a:off x="6667333"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5" name="Google Shape;305;p8"/>
          <p:cNvSpPr/>
          <p:nvPr/>
        </p:nvSpPr>
        <p:spPr>
          <a:xfrm>
            <a:off x="6819729" y="7048500"/>
            <a:ext cx="76198" cy="76200"/>
          </a:xfrm>
          <a:prstGeom prst="roundRect">
            <a:avLst>
              <a:gd name="adj" fmla="val 249975000"/>
            </a:avLst>
          </a:prstGeom>
          <a:solidFill>
            <a:srgbClr val="1284B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306" name="Google Shape;306;p8"/>
          <p:cNvGrpSpPr/>
          <p:nvPr/>
        </p:nvGrpSpPr>
        <p:grpSpPr>
          <a:xfrm>
            <a:off x="4400287" y="1574407"/>
            <a:ext cx="4375354" cy="4177341"/>
            <a:chOff x="4633708" y="2022121"/>
            <a:chExt cx="2924583" cy="2812836"/>
          </a:xfrm>
        </p:grpSpPr>
        <p:pic>
          <p:nvPicPr>
            <p:cNvPr id="307" name="Google Shape;307;p8"/>
            <p:cNvPicPr preferRelativeResize="0"/>
            <p:nvPr/>
          </p:nvPicPr>
          <p:blipFill rotWithShape="1">
            <a:blip r:embed="rId4">
              <a:alphaModFix/>
            </a:blip>
            <a:srcRect/>
            <a:stretch/>
          </p:blipFill>
          <p:spPr>
            <a:xfrm>
              <a:off x="4633708" y="2047682"/>
              <a:ext cx="2924583" cy="2762636"/>
            </a:xfrm>
            <a:prstGeom prst="rect">
              <a:avLst/>
            </a:prstGeom>
            <a:noFill/>
            <a:ln>
              <a:noFill/>
            </a:ln>
          </p:spPr>
        </p:pic>
        <p:sp>
          <p:nvSpPr>
            <p:cNvPr id="308" name="Google Shape;308;p8"/>
            <p:cNvSpPr/>
            <p:nvPr/>
          </p:nvSpPr>
          <p:spPr>
            <a:xfrm>
              <a:off x="6000751" y="2022121"/>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9" name="Google Shape;309;p8"/>
            <p:cNvSpPr/>
            <p:nvPr/>
          </p:nvSpPr>
          <p:spPr>
            <a:xfrm>
              <a:off x="5602545" y="2060087"/>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0" name="Google Shape;310;p8"/>
            <p:cNvSpPr/>
            <p:nvPr/>
          </p:nvSpPr>
          <p:spPr>
            <a:xfrm>
              <a:off x="6485170" y="2060087"/>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1" name="Google Shape;311;p8"/>
            <p:cNvSpPr/>
            <p:nvPr/>
          </p:nvSpPr>
          <p:spPr>
            <a:xfrm>
              <a:off x="6000750" y="2477958"/>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2" name="Google Shape;312;p8"/>
            <p:cNvSpPr/>
            <p:nvPr/>
          </p:nvSpPr>
          <p:spPr>
            <a:xfrm>
              <a:off x="4747137" y="2954822"/>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3" name="Google Shape;313;p8"/>
            <p:cNvSpPr/>
            <p:nvPr/>
          </p:nvSpPr>
          <p:spPr>
            <a:xfrm>
              <a:off x="7254370" y="2954821"/>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4" name="Google Shape;314;p8"/>
            <p:cNvSpPr/>
            <p:nvPr/>
          </p:nvSpPr>
          <p:spPr>
            <a:xfrm>
              <a:off x="7261487" y="3712681"/>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5" name="Google Shape;315;p8"/>
            <p:cNvSpPr/>
            <p:nvPr/>
          </p:nvSpPr>
          <p:spPr>
            <a:xfrm>
              <a:off x="6416703" y="4607415"/>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6" name="Google Shape;316;p8"/>
            <p:cNvSpPr/>
            <p:nvPr/>
          </p:nvSpPr>
          <p:spPr>
            <a:xfrm>
              <a:off x="6000751" y="4644458"/>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7" name="Google Shape;317;p8"/>
            <p:cNvSpPr/>
            <p:nvPr/>
          </p:nvSpPr>
          <p:spPr>
            <a:xfrm>
              <a:off x="6005846" y="3807931"/>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8" name="Google Shape;318;p8"/>
            <p:cNvSpPr/>
            <p:nvPr/>
          </p:nvSpPr>
          <p:spPr>
            <a:xfrm>
              <a:off x="5584799" y="4549208"/>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9" name="Google Shape;319;p8"/>
            <p:cNvSpPr/>
            <p:nvPr/>
          </p:nvSpPr>
          <p:spPr>
            <a:xfrm>
              <a:off x="4834392" y="3795584"/>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7" name="Date Placeholder 6">
            <a:extLst>
              <a:ext uri="{FF2B5EF4-FFF2-40B4-BE49-F238E27FC236}">
                <a16:creationId xmlns:a16="http://schemas.microsoft.com/office/drawing/2014/main" id="{1E439617-5C2A-25CF-9CC6-091B41703A11}"/>
              </a:ext>
            </a:extLst>
          </p:cNvPr>
          <p:cNvSpPr>
            <a:spLocks noGrp="1"/>
          </p:cNvSpPr>
          <p:nvPr>
            <p:ph type="dt" idx="10"/>
          </p:nvPr>
        </p:nvSpPr>
        <p:spPr>
          <a:xfrm>
            <a:off x="457200" y="6356350"/>
            <a:ext cx="2133600" cy="365125"/>
          </a:xfrm>
        </p:spPr>
        <p:txBody>
          <a:bodyPr/>
          <a:lstStyle/>
          <a:p>
            <a:fld id="{B39AE11E-A222-400F-9A18-9B74D19598D3}" type="datetime1">
              <a:rPr lang="en-US" smtClean="0"/>
              <a:t>3/7/2026</a:t>
            </a:fld>
            <a:endParaRPr lang="en-US" dirty="0"/>
          </a:p>
        </p:txBody>
      </p:sp>
      <p:sp>
        <p:nvSpPr>
          <p:cNvPr id="8" name="Slide Number Placeholder 7">
            <a:extLst>
              <a:ext uri="{FF2B5EF4-FFF2-40B4-BE49-F238E27FC236}">
                <a16:creationId xmlns:a16="http://schemas.microsoft.com/office/drawing/2014/main" id="{8D054BEF-8D62-C9A5-DAC3-FC666D8A88AF}"/>
              </a:ext>
            </a:extLst>
          </p:cNvPr>
          <p:cNvSpPr>
            <a:spLocks noGrp="1"/>
          </p:cNvSpPr>
          <p:nvPr>
            <p:ph type="sldNum" idx="12"/>
          </p:nvPr>
        </p:nvSpPr>
        <p:spPr>
          <a:xfrm>
            <a:off x="9601200" y="6351269"/>
            <a:ext cx="2133600" cy="365125"/>
          </a:xfrm>
        </p:spPr>
        <p:txBody>
          <a:bodyPr/>
          <a:lstStyle/>
          <a:p>
            <a:pPr marL="0" lvl="0" indent="0" algn="r" rtl="0">
              <a:spcBef>
                <a:spcPts val="0"/>
              </a:spcBef>
              <a:spcAft>
                <a:spcPts val="0"/>
              </a:spcAft>
              <a:buNone/>
            </a:pPr>
            <a:fld id="{00000000-1234-1234-1234-123412341234}" type="slidenum">
              <a:rPr lang="en-US" smtClean="0"/>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rgbClr val="FEFEFE"/>
            </a:gs>
            <a:gs pos="100000">
              <a:srgbClr val="F0F7FB"/>
            </a:gs>
          </a:gsLst>
          <a:lin ang="8100000" scaled="0"/>
        </a:gradFill>
        <a:effectLst/>
      </p:bgPr>
    </p:bg>
    <p:spTree>
      <p:nvGrpSpPr>
        <p:cNvPr id="1" name="Shape 324"/>
        <p:cNvGrpSpPr/>
        <p:nvPr/>
      </p:nvGrpSpPr>
      <p:grpSpPr>
        <a:xfrm>
          <a:off x="0" y="0"/>
          <a:ext cx="0" cy="0"/>
          <a:chOff x="0" y="0"/>
          <a:chExt cx="0" cy="0"/>
        </a:xfrm>
      </p:grpSpPr>
      <p:sp>
        <p:nvSpPr>
          <p:cNvPr id="325" name="Google Shape;325;p9"/>
          <p:cNvSpPr/>
          <p:nvPr/>
        </p:nvSpPr>
        <p:spPr>
          <a:xfrm>
            <a:off x="-11215" y="0"/>
            <a:ext cx="12191695" cy="724870"/>
          </a:xfrm>
          <a:prstGeom prst="rect">
            <a:avLst/>
          </a:prstGeom>
          <a:solidFill>
            <a:srgbClr val="1284BA">
              <a:alpha val="4705"/>
            </a:srgbClr>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326" name="Google Shape;326;p9"/>
          <p:cNvGrpSpPr/>
          <p:nvPr/>
        </p:nvGrpSpPr>
        <p:grpSpPr>
          <a:xfrm>
            <a:off x="363777" y="137706"/>
            <a:ext cx="2791045" cy="454483"/>
            <a:chOff x="609584" y="0"/>
            <a:chExt cx="2791045" cy="454483"/>
          </a:xfrm>
        </p:grpSpPr>
        <p:pic>
          <p:nvPicPr>
            <p:cNvPr id="327" name="Google Shape;327;p9" descr="image.png"/>
            <p:cNvPicPr preferRelativeResize="0"/>
            <p:nvPr/>
          </p:nvPicPr>
          <p:blipFill rotWithShape="1">
            <a:blip r:embed="rId3">
              <a:alphaModFix/>
            </a:blip>
            <a:srcRect/>
            <a:stretch/>
          </p:blipFill>
          <p:spPr>
            <a:xfrm>
              <a:off x="609584" y="16050"/>
              <a:ext cx="412971" cy="348898"/>
            </a:xfrm>
            <a:prstGeom prst="rect">
              <a:avLst/>
            </a:prstGeom>
            <a:noFill/>
            <a:ln>
              <a:noFill/>
            </a:ln>
          </p:spPr>
        </p:pic>
        <p:sp>
          <p:nvSpPr>
            <p:cNvPr id="328" name="Google Shape;328;p9"/>
            <p:cNvSpPr txBox="1"/>
            <p:nvPr/>
          </p:nvSpPr>
          <p:spPr>
            <a:xfrm>
              <a:off x="1104872" y="0"/>
              <a:ext cx="2295757" cy="454483"/>
            </a:xfrm>
            <a:prstGeom prst="rect">
              <a:avLst/>
            </a:prstGeom>
            <a:noFill/>
            <a:ln>
              <a:noFill/>
            </a:ln>
          </p:spPr>
          <p:txBody>
            <a:bodyPr spcFirstLastPara="1" wrap="square" lIns="73150" tIns="54850" rIns="73150" bIns="54850" anchor="ctr" anchorCtr="0">
              <a:spAutoFit/>
            </a:bodyPr>
            <a:lstStyle/>
            <a:p>
              <a:pPr marL="0" marR="0" lvl="0" indent="0" algn="l" rtl="0">
                <a:lnSpc>
                  <a:spcPct val="92857"/>
                </a:lnSpc>
                <a:spcBef>
                  <a:spcPts val="0"/>
                </a:spcBef>
                <a:spcAft>
                  <a:spcPts val="0"/>
                </a:spcAft>
                <a:buNone/>
              </a:pPr>
              <a:r>
                <a:rPr lang="en-US" sz="2800" b="1">
                  <a:solidFill>
                    <a:srgbClr val="1284BA"/>
                  </a:solidFill>
                  <a:latin typeface="Source Code Pro"/>
                  <a:ea typeface="Source Code Pro"/>
                  <a:cs typeface="Source Code Pro"/>
                  <a:sym typeface="Source Code Pro"/>
                </a:rPr>
                <a:t>Game Board</a:t>
              </a:r>
              <a:endParaRPr/>
            </a:p>
          </p:txBody>
        </p:sp>
      </p:grpSp>
      <p:sp>
        <p:nvSpPr>
          <p:cNvPr id="329" name="Google Shape;329;p9"/>
          <p:cNvSpPr txBox="1"/>
          <p:nvPr/>
        </p:nvSpPr>
        <p:spPr>
          <a:xfrm>
            <a:off x="5238446" y="1075120"/>
            <a:ext cx="2629182" cy="391967"/>
          </a:xfrm>
          <a:prstGeom prst="rect">
            <a:avLst/>
          </a:prstGeom>
          <a:noFill/>
          <a:ln>
            <a:noFill/>
          </a:ln>
        </p:spPr>
        <p:txBody>
          <a:bodyPr spcFirstLastPara="1" wrap="square" lIns="73150" tIns="54850" rIns="73150" bIns="54850" anchor="ctr" anchorCtr="0">
            <a:spAutoFit/>
          </a:bodyPr>
          <a:lstStyle/>
          <a:p>
            <a:pPr marL="0" marR="0" lvl="0" indent="0" algn="ctr" rtl="0">
              <a:lnSpc>
                <a:spcPct val="130434"/>
              </a:lnSpc>
              <a:spcBef>
                <a:spcPts val="0"/>
              </a:spcBef>
              <a:spcAft>
                <a:spcPts val="0"/>
              </a:spcAft>
              <a:buNone/>
            </a:pPr>
            <a:r>
              <a:rPr lang="en-US" sz="1794" b="1">
                <a:solidFill>
                  <a:srgbClr val="0070C0"/>
                </a:solidFill>
                <a:latin typeface="Source Code Pro"/>
                <a:ea typeface="Source Code Pro"/>
                <a:cs typeface="Source Code Pro"/>
                <a:sym typeface="Source Code Pro"/>
              </a:rPr>
              <a:t>Green's First Move</a:t>
            </a:r>
            <a:endParaRPr/>
          </a:p>
        </p:txBody>
      </p:sp>
      <p:sp>
        <p:nvSpPr>
          <p:cNvPr id="330" name="Google Shape;330;p9"/>
          <p:cNvSpPr/>
          <p:nvPr/>
        </p:nvSpPr>
        <p:spPr>
          <a:xfrm>
            <a:off x="5295767"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1" name="Google Shape;331;p9"/>
          <p:cNvSpPr/>
          <p:nvPr/>
        </p:nvSpPr>
        <p:spPr>
          <a:xfrm>
            <a:off x="5448163"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2" name="Google Shape;332;p9"/>
          <p:cNvSpPr/>
          <p:nvPr/>
        </p:nvSpPr>
        <p:spPr>
          <a:xfrm>
            <a:off x="5600559"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3" name="Google Shape;333;p9"/>
          <p:cNvSpPr/>
          <p:nvPr/>
        </p:nvSpPr>
        <p:spPr>
          <a:xfrm>
            <a:off x="5752956"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4" name="Google Shape;334;p9"/>
          <p:cNvSpPr/>
          <p:nvPr/>
        </p:nvSpPr>
        <p:spPr>
          <a:xfrm>
            <a:off x="5905352"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5" name="Google Shape;335;p9"/>
          <p:cNvSpPr/>
          <p:nvPr/>
        </p:nvSpPr>
        <p:spPr>
          <a:xfrm>
            <a:off x="6057748"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6" name="Google Shape;336;p9"/>
          <p:cNvSpPr/>
          <p:nvPr/>
        </p:nvSpPr>
        <p:spPr>
          <a:xfrm>
            <a:off x="6210144"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7" name="Google Shape;337;p9"/>
          <p:cNvSpPr/>
          <p:nvPr/>
        </p:nvSpPr>
        <p:spPr>
          <a:xfrm>
            <a:off x="6362540"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8" name="Google Shape;338;p9"/>
          <p:cNvSpPr/>
          <p:nvPr/>
        </p:nvSpPr>
        <p:spPr>
          <a:xfrm>
            <a:off x="6514937"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9" name="Google Shape;339;p9"/>
          <p:cNvSpPr/>
          <p:nvPr/>
        </p:nvSpPr>
        <p:spPr>
          <a:xfrm>
            <a:off x="6667333"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0" name="Google Shape;340;p9"/>
          <p:cNvSpPr/>
          <p:nvPr/>
        </p:nvSpPr>
        <p:spPr>
          <a:xfrm>
            <a:off x="6819729" y="7048500"/>
            <a:ext cx="76198" cy="76200"/>
          </a:xfrm>
          <a:prstGeom prst="roundRect">
            <a:avLst>
              <a:gd name="adj" fmla="val 249975000"/>
            </a:avLst>
          </a:prstGeom>
          <a:solidFill>
            <a:srgbClr val="1284B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341" name="Google Shape;341;p9"/>
          <p:cNvGrpSpPr/>
          <p:nvPr/>
        </p:nvGrpSpPr>
        <p:grpSpPr>
          <a:xfrm>
            <a:off x="4400287" y="1574407"/>
            <a:ext cx="4375354" cy="4177341"/>
            <a:chOff x="4633708" y="2022121"/>
            <a:chExt cx="2924583" cy="2812836"/>
          </a:xfrm>
        </p:grpSpPr>
        <p:pic>
          <p:nvPicPr>
            <p:cNvPr id="342" name="Google Shape;342;p9"/>
            <p:cNvPicPr preferRelativeResize="0"/>
            <p:nvPr/>
          </p:nvPicPr>
          <p:blipFill rotWithShape="1">
            <a:blip r:embed="rId4">
              <a:alphaModFix/>
            </a:blip>
            <a:srcRect/>
            <a:stretch/>
          </p:blipFill>
          <p:spPr>
            <a:xfrm>
              <a:off x="4633708" y="2047682"/>
              <a:ext cx="2924583" cy="2762636"/>
            </a:xfrm>
            <a:prstGeom prst="rect">
              <a:avLst/>
            </a:prstGeom>
            <a:noFill/>
            <a:ln>
              <a:noFill/>
            </a:ln>
          </p:spPr>
        </p:pic>
        <p:sp>
          <p:nvSpPr>
            <p:cNvPr id="343" name="Google Shape;343;p9"/>
            <p:cNvSpPr/>
            <p:nvPr/>
          </p:nvSpPr>
          <p:spPr>
            <a:xfrm>
              <a:off x="6000751" y="2022121"/>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4" name="Google Shape;344;p9"/>
            <p:cNvSpPr/>
            <p:nvPr/>
          </p:nvSpPr>
          <p:spPr>
            <a:xfrm>
              <a:off x="5602545" y="2060087"/>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5" name="Google Shape;345;p9"/>
            <p:cNvSpPr/>
            <p:nvPr/>
          </p:nvSpPr>
          <p:spPr>
            <a:xfrm>
              <a:off x="6485170" y="2060087"/>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6" name="Google Shape;346;p9"/>
            <p:cNvSpPr/>
            <p:nvPr/>
          </p:nvSpPr>
          <p:spPr>
            <a:xfrm>
              <a:off x="6000750" y="2807763"/>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7" name="Google Shape;347;p9"/>
            <p:cNvSpPr/>
            <p:nvPr/>
          </p:nvSpPr>
          <p:spPr>
            <a:xfrm>
              <a:off x="4747137" y="2954822"/>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8" name="Google Shape;348;p9"/>
            <p:cNvSpPr/>
            <p:nvPr/>
          </p:nvSpPr>
          <p:spPr>
            <a:xfrm>
              <a:off x="7254370" y="2954821"/>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9" name="Google Shape;349;p9"/>
            <p:cNvSpPr/>
            <p:nvPr/>
          </p:nvSpPr>
          <p:spPr>
            <a:xfrm>
              <a:off x="7261487" y="3712681"/>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0" name="Google Shape;350;p9"/>
            <p:cNvSpPr/>
            <p:nvPr/>
          </p:nvSpPr>
          <p:spPr>
            <a:xfrm>
              <a:off x="6416703" y="4607415"/>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1" name="Google Shape;351;p9"/>
            <p:cNvSpPr/>
            <p:nvPr/>
          </p:nvSpPr>
          <p:spPr>
            <a:xfrm>
              <a:off x="6000751" y="4644458"/>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2" name="Google Shape;352;p9"/>
            <p:cNvSpPr/>
            <p:nvPr/>
          </p:nvSpPr>
          <p:spPr>
            <a:xfrm>
              <a:off x="5584799" y="4549208"/>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3" name="Google Shape;353;p9"/>
            <p:cNvSpPr/>
            <p:nvPr/>
          </p:nvSpPr>
          <p:spPr>
            <a:xfrm>
              <a:off x="4834392" y="3795584"/>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354" name="Google Shape;354;p9"/>
          <p:cNvSpPr/>
          <p:nvPr/>
        </p:nvSpPr>
        <p:spPr>
          <a:xfrm>
            <a:off x="6453089" y="4226512"/>
            <a:ext cx="284992" cy="282910"/>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 name="Date Placeholder 6">
            <a:extLst>
              <a:ext uri="{FF2B5EF4-FFF2-40B4-BE49-F238E27FC236}">
                <a16:creationId xmlns:a16="http://schemas.microsoft.com/office/drawing/2014/main" id="{20EA30B3-E7C7-ABEC-AF86-F2C5BE259B94}"/>
              </a:ext>
            </a:extLst>
          </p:cNvPr>
          <p:cNvSpPr>
            <a:spLocks noGrp="1"/>
          </p:cNvSpPr>
          <p:nvPr>
            <p:ph type="dt" idx="10"/>
          </p:nvPr>
        </p:nvSpPr>
        <p:spPr>
          <a:xfrm>
            <a:off x="457200" y="6356350"/>
            <a:ext cx="2133600" cy="365125"/>
          </a:xfrm>
        </p:spPr>
        <p:txBody>
          <a:bodyPr/>
          <a:lstStyle/>
          <a:p>
            <a:fld id="{B39AE11E-A222-400F-9A18-9B74D19598D3}" type="datetime1">
              <a:rPr lang="en-US" smtClean="0"/>
              <a:t>3/7/2026</a:t>
            </a:fld>
            <a:endParaRPr lang="en-US" dirty="0"/>
          </a:p>
        </p:txBody>
      </p:sp>
      <p:sp>
        <p:nvSpPr>
          <p:cNvPr id="8" name="Slide Number Placeholder 7">
            <a:extLst>
              <a:ext uri="{FF2B5EF4-FFF2-40B4-BE49-F238E27FC236}">
                <a16:creationId xmlns:a16="http://schemas.microsoft.com/office/drawing/2014/main" id="{50036C3F-7803-1E61-5657-F06961EA9290}"/>
              </a:ext>
            </a:extLst>
          </p:cNvPr>
          <p:cNvSpPr>
            <a:spLocks noGrp="1"/>
          </p:cNvSpPr>
          <p:nvPr>
            <p:ph type="sldNum" idx="12"/>
          </p:nvPr>
        </p:nvSpPr>
        <p:spPr>
          <a:xfrm>
            <a:off x="9601200" y="6351269"/>
            <a:ext cx="2133600" cy="365125"/>
          </a:xfrm>
        </p:spPr>
        <p:txBody>
          <a:bodyPr/>
          <a:lstStyle/>
          <a:p>
            <a:pPr marL="0" lvl="0" indent="0" algn="r" rtl="0">
              <a:spcBef>
                <a:spcPts val="0"/>
              </a:spcBef>
              <a:spcAft>
                <a:spcPts val="0"/>
              </a:spcAft>
              <a:buNone/>
            </a:pPr>
            <a:fld id="{00000000-1234-1234-1234-123412341234}" type="slidenum">
              <a:rPr lang="en-US" smtClean="0"/>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rgbClr val="FEFEFE"/>
            </a:gs>
            <a:gs pos="100000">
              <a:srgbClr val="F0F7FB"/>
            </a:gs>
          </a:gsLst>
          <a:lin ang="8100000" scaled="0"/>
        </a:gradFill>
        <a:effectLst/>
      </p:bgPr>
    </p:bg>
    <p:spTree>
      <p:nvGrpSpPr>
        <p:cNvPr id="1" name="Shape 359"/>
        <p:cNvGrpSpPr/>
        <p:nvPr/>
      </p:nvGrpSpPr>
      <p:grpSpPr>
        <a:xfrm>
          <a:off x="0" y="0"/>
          <a:ext cx="0" cy="0"/>
          <a:chOff x="0" y="0"/>
          <a:chExt cx="0" cy="0"/>
        </a:xfrm>
      </p:grpSpPr>
      <p:sp>
        <p:nvSpPr>
          <p:cNvPr id="360" name="Google Shape;360;p10"/>
          <p:cNvSpPr/>
          <p:nvPr/>
        </p:nvSpPr>
        <p:spPr>
          <a:xfrm>
            <a:off x="-11215" y="0"/>
            <a:ext cx="12191695" cy="724870"/>
          </a:xfrm>
          <a:prstGeom prst="rect">
            <a:avLst/>
          </a:prstGeom>
          <a:solidFill>
            <a:srgbClr val="1284BA">
              <a:alpha val="4705"/>
            </a:srgbClr>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361" name="Google Shape;361;p10"/>
          <p:cNvGrpSpPr/>
          <p:nvPr/>
        </p:nvGrpSpPr>
        <p:grpSpPr>
          <a:xfrm>
            <a:off x="363777" y="137706"/>
            <a:ext cx="2791045" cy="454483"/>
            <a:chOff x="609584" y="0"/>
            <a:chExt cx="2791045" cy="454483"/>
          </a:xfrm>
        </p:grpSpPr>
        <p:pic>
          <p:nvPicPr>
            <p:cNvPr id="362" name="Google Shape;362;p10" descr="image.png"/>
            <p:cNvPicPr preferRelativeResize="0"/>
            <p:nvPr/>
          </p:nvPicPr>
          <p:blipFill rotWithShape="1">
            <a:blip r:embed="rId3">
              <a:alphaModFix/>
            </a:blip>
            <a:srcRect/>
            <a:stretch/>
          </p:blipFill>
          <p:spPr>
            <a:xfrm>
              <a:off x="609584" y="16050"/>
              <a:ext cx="412971" cy="348898"/>
            </a:xfrm>
            <a:prstGeom prst="rect">
              <a:avLst/>
            </a:prstGeom>
            <a:noFill/>
            <a:ln>
              <a:noFill/>
            </a:ln>
          </p:spPr>
        </p:pic>
        <p:sp>
          <p:nvSpPr>
            <p:cNvPr id="363" name="Google Shape;363;p10"/>
            <p:cNvSpPr txBox="1"/>
            <p:nvPr/>
          </p:nvSpPr>
          <p:spPr>
            <a:xfrm>
              <a:off x="1104872" y="0"/>
              <a:ext cx="2295757" cy="454483"/>
            </a:xfrm>
            <a:prstGeom prst="rect">
              <a:avLst/>
            </a:prstGeom>
            <a:noFill/>
            <a:ln>
              <a:noFill/>
            </a:ln>
          </p:spPr>
          <p:txBody>
            <a:bodyPr spcFirstLastPara="1" wrap="square" lIns="73150" tIns="54850" rIns="73150" bIns="54850" anchor="ctr" anchorCtr="0">
              <a:spAutoFit/>
            </a:bodyPr>
            <a:lstStyle/>
            <a:p>
              <a:pPr marL="0" marR="0" lvl="0" indent="0" algn="l" rtl="0">
                <a:lnSpc>
                  <a:spcPct val="92857"/>
                </a:lnSpc>
                <a:spcBef>
                  <a:spcPts val="0"/>
                </a:spcBef>
                <a:spcAft>
                  <a:spcPts val="0"/>
                </a:spcAft>
                <a:buNone/>
              </a:pPr>
              <a:r>
                <a:rPr lang="en-US" sz="2800" b="1">
                  <a:solidFill>
                    <a:srgbClr val="1284BA"/>
                  </a:solidFill>
                  <a:latin typeface="Source Code Pro"/>
                  <a:ea typeface="Source Code Pro"/>
                  <a:cs typeface="Source Code Pro"/>
                  <a:sym typeface="Source Code Pro"/>
                </a:rPr>
                <a:t>Game Board</a:t>
              </a:r>
              <a:endParaRPr/>
            </a:p>
          </p:txBody>
        </p:sp>
      </p:grpSp>
      <p:sp>
        <p:nvSpPr>
          <p:cNvPr id="364" name="Google Shape;364;p10"/>
          <p:cNvSpPr txBox="1"/>
          <p:nvPr/>
        </p:nvSpPr>
        <p:spPr>
          <a:xfrm>
            <a:off x="5307377" y="1075120"/>
            <a:ext cx="2491323" cy="391967"/>
          </a:xfrm>
          <a:prstGeom prst="rect">
            <a:avLst/>
          </a:prstGeom>
          <a:noFill/>
          <a:ln>
            <a:noFill/>
          </a:ln>
        </p:spPr>
        <p:txBody>
          <a:bodyPr spcFirstLastPara="1" wrap="square" lIns="73150" tIns="54850" rIns="73150" bIns="54850" anchor="ctr" anchorCtr="0">
            <a:spAutoFit/>
          </a:bodyPr>
          <a:lstStyle/>
          <a:p>
            <a:pPr marL="0" marR="0" lvl="0" indent="0" algn="ctr" rtl="0">
              <a:lnSpc>
                <a:spcPct val="130434"/>
              </a:lnSpc>
              <a:spcBef>
                <a:spcPts val="0"/>
              </a:spcBef>
              <a:spcAft>
                <a:spcPts val="0"/>
              </a:spcAft>
              <a:buNone/>
            </a:pPr>
            <a:r>
              <a:rPr lang="en-US" sz="1794" b="1">
                <a:solidFill>
                  <a:schemeClr val="accent6"/>
                </a:solidFill>
                <a:latin typeface="Source Code Pro"/>
                <a:ea typeface="Source Code Pro"/>
                <a:cs typeface="Source Code Pro"/>
                <a:sym typeface="Source Code Pro"/>
              </a:rPr>
              <a:t>Red’s Second Move</a:t>
            </a:r>
            <a:endParaRPr/>
          </a:p>
        </p:txBody>
      </p:sp>
      <p:sp>
        <p:nvSpPr>
          <p:cNvPr id="365" name="Google Shape;365;p10"/>
          <p:cNvSpPr/>
          <p:nvPr/>
        </p:nvSpPr>
        <p:spPr>
          <a:xfrm>
            <a:off x="5295767"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6" name="Google Shape;366;p10"/>
          <p:cNvSpPr/>
          <p:nvPr/>
        </p:nvSpPr>
        <p:spPr>
          <a:xfrm>
            <a:off x="5448163"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7" name="Google Shape;367;p10"/>
          <p:cNvSpPr/>
          <p:nvPr/>
        </p:nvSpPr>
        <p:spPr>
          <a:xfrm>
            <a:off x="5600559"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8" name="Google Shape;368;p10"/>
          <p:cNvSpPr/>
          <p:nvPr/>
        </p:nvSpPr>
        <p:spPr>
          <a:xfrm>
            <a:off x="5752956"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9" name="Google Shape;369;p10"/>
          <p:cNvSpPr/>
          <p:nvPr/>
        </p:nvSpPr>
        <p:spPr>
          <a:xfrm>
            <a:off x="5905352"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0" name="Google Shape;370;p10"/>
          <p:cNvSpPr/>
          <p:nvPr/>
        </p:nvSpPr>
        <p:spPr>
          <a:xfrm>
            <a:off x="6057748"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1" name="Google Shape;371;p10"/>
          <p:cNvSpPr/>
          <p:nvPr/>
        </p:nvSpPr>
        <p:spPr>
          <a:xfrm>
            <a:off x="6210144"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2" name="Google Shape;372;p10"/>
          <p:cNvSpPr/>
          <p:nvPr/>
        </p:nvSpPr>
        <p:spPr>
          <a:xfrm>
            <a:off x="6362540"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3" name="Google Shape;373;p10"/>
          <p:cNvSpPr/>
          <p:nvPr/>
        </p:nvSpPr>
        <p:spPr>
          <a:xfrm>
            <a:off x="6514937"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4" name="Google Shape;374;p10"/>
          <p:cNvSpPr/>
          <p:nvPr/>
        </p:nvSpPr>
        <p:spPr>
          <a:xfrm>
            <a:off x="6667333"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5" name="Google Shape;375;p10"/>
          <p:cNvSpPr/>
          <p:nvPr/>
        </p:nvSpPr>
        <p:spPr>
          <a:xfrm>
            <a:off x="6819729" y="7048500"/>
            <a:ext cx="76198" cy="76200"/>
          </a:xfrm>
          <a:prstGeom prst="roundRect">
            <a:avLst>
              <a:gd name="adj" fmla="val 249975000"/>
            </a:avLst>
          </a:prstGeom>
          <a:solidFill>
            <a:srgbClr val="1284B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376" name="Google Shape;376;p10"/>
          <p:cNvGrpSpPr/>
          <p:nvPr/>
        </p:nvGrpSpPr>
        <p:grpSpPr>
          <a:xfrm>
            <a:off x="4400287" y="1574407"/>
            <a:ext cx="4375354" cy="4177341"/>
            <a:chOff x="4633708" y="2022121"/>
            <a:chExt cx="2924583" cy="2812836"/>
          </a:xfrm>
        </p:grpSpPr>
        <p:pic>
          <p:nvPicPr>
            <p:cNvPr id="377" name="Google Shape;377;p10"/>
            <p:cNvPicPr preferRelativeResize="0"/>
            <p:nvPr/>
          </p:nvPicPr>
          <p:blipFill rotWithShape="1">
            <a:blip r:embed="rId4">
              <a:alphaModFix/>
            </a:blip>
            <a:srcRect/>
            <a:stretch/>
          </p:blipFill>
          <p:spPr>
            <a:xfrm>
              <a:off x="4633708" y="2047682"/>
              <a:ext cx="2924583" cy="2762636"/>
            </a:xfrm>
            <a:prstGeom prst="rect">
              <a:avLst/>
            </a:prstGeom>
            <a:noFill/>
            <a:ln>
              <a:noFill/>
            </a:ln>
          </p:spPr>
        </p:pic>
        <p:sp>
          <p:nvSpPr>
            <p:cNvPr id="378" name="Google Shape;378;p10"/>
            <p:cNvSpPr/>
            <p:nvPr/>
          </p:nvSpPr>
          <p:spPr>
            <a:xfrm>
              <a:off x="6000751" y="2022121"/>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9" name="Google Shape;379;p10"/>
            <p:cNvSpPr/>
            <p:nvPr/>
          </p:nvSpPr>
          <p:spPr>
            <a:xfrm>
              <a:off x="5602545" y="2060087"/>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0" name="Google Shape;380;p10"/>
            <p:cNvSpPr/>
            <p:nvPr/>
          </p:nvSpPr>
          <p:spPr>
            <a:xfrm>
              <a:off x="6485170" y="2060087"/>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1" name="Google Shape;381;p10"/>
            <p:cNvSpPr/>
            <p:nvPr/>
          </p:nvSpPr>
          <p:spPr>
            <a:xfrm>
              <a:off x="6000750" y="2807763"/>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2" name="Google Shape;382;p10"/>
            <p:cNvSpPr/>
            <p:nvPr/>
          </p:nvSpPr>
          <p:spPr>
            <a:xfrm>
              <a:off x="4747137" y="2954822"/>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3" name="Google Shape;383;p10"/>
            <p:cNvSpPr/>
            <p:nvPr/>
          </p:nvSpPr>
          <p:spPr>
            <a:xfrm>
              <a:off x="7254370" y="2954821"/>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4" name="Google Shape;384;p10"/>
            <p:cNvSpPr/>
            <p:nvPr/>
          </p:nvSpPr>
          <p:spPr>
            <a:xfrm>
              <a:off x="7261487" y="3712681"/>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5" name="Google Shape;385;p10"/>
            <p:cNvSpPr/>
            <p:nvPr/>
          </p:nvSpPr>
          <p:spPr>
            <a:xfrm>
              <a:off x="6416703" y="4607415"/>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6" name="Google Shape;386;p10"/>
            <p:cNvSpPr/>
            <p:nvPr/>
          </p:nvSpPr>
          <p:spPr>
            <a:xfrm>
              <a:off x="6000751" y="4644458"/>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7" name="Google Shape;387;p10"/>
            <p:cNvSpPr/>
            <p:nvPr/>
          </p:nvSpPr>
          <p:spPr>
            <a:xfrm>
              <a:off x="5584799" y="4549208"/>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8" name="Google Shape;388;p10"/>
            <p:cNvSpPr/>
            <p:nvPr/>
          </p:nvSpPr>
          <p:spPr>
            <a:xfrm>
              <a:off x="5169103" y="3333750"/>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389" name="Google Shape;389;p10"/>
          <p:cNvSpPr/>
          <p:nvPr/>
        </p:nvSpPr>
        <p:spPr>
          <a:xfrm>
            <a:off x="6453089" y="4226512"/>
            <a:ext cx="284992" cy="282910"/>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 name="Date Placeholder 6">
            <a:extLst>
              <a:ext uri="{FF2B5EF4-FFF2-40B4-BE49-F238E27FC236}">
                <a16:creationId xmlns:a16="http://schemas.microsoft.com/office/drawing/2014/main" id="{AC0CEA1F-6345-43DE-C397-B775507DC718}"/>
              </a:ext>
            </a:extLst>
          </p:cNvPr>
          <p:cNvSpPr>
            <a:spLocks noGrp="1"/>
          </p:cNvSpPr>
          <p:nvPr>
            <p:ph type="dt" idx="10"/>
          </p:nvPr>
        </p:nvSpPr>
        <p:spPr>
          <a:xfrm>
            <a:off x="457200" y="6356350"/>
            <a:ext cx="2133600" cy="365125"/>
          </a:xfrm>
        </p:spPr>
        <p:txBody>
          <a:bodyPr/>
          <a:lstStyle/>
          <a:p>
            <a:fld id="{B39AE11E-A222-400F-9A18-9B74D19598D3}" type="datetime1">
              <a:rPr lang="en-US" smtClean="0"/>
              <a:t>3/7/2026</a:t>
            </a:fld>
            <a:endParaRPr lang="en-US" dirty="0"/>
          </a:p>
        </p:txBody>
      </p:sp>
      <p:sp>
        <p:nvSpPr>
          <p:cNvPr id="8" name="Slide Number Placeholder 7">
            <a:extLst>
              <a:ext uri="{FF2B5EF4-FFF2-40B4-BE49-F238E27FC236}">
                <a16:creationId xmlns:a16="http://schemas.microsoft.com/office/drawing/2014/main" id="{9B24F4B8-BEC3-A67F-1B6B-0964A024D36A}"/>
              </a:ext>
            </a:extLst>
          </p:cNvPr>
          <p:cNvSpPr>
            <a:spLocks noGrp="1"/>
          </p:cNvSpPr>
          <p:nvPr>
            <p:ph type="sldNum" idx="12"/>
          </p:nvPr>
        </p:nvSpPr>
        <p:spPr>
          <a:xfrm>
            <a:off x="9601200" y="6351269"/>
            <a:ext cx="2133600" cy="365125"/>
          </a:xfrm>
        </p:spPr>
        <p:txBody>
          <a:bodyPr/>
          <a:lstStyle/>
          <a:p>
            <a:pPr marL="0" lvl="0" indent="0" algn="r" rtl="0">
              <a:spcBef>
                <a:spcPts val="0"/>
              </a:spcBef>
              <a:spcAft>
                <a:spcPts val="0"/>
              </a:spcAft>
              <a:buNone/>
            </a:pPr>
            <a:fld id="{00000000-1234-1234-1234-123412341234}" type="slidenum">
              <a:rPr lang="en-US" smtClean="0"/>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rgbClr val="FEFEFE"/>
            </a:gs>
            <a:gs pos="100000">
              <a:srgbClr val="F0F7FB"/>
            </a:gs>
          </a:gsLst>
          <a:lin ang="8100000" scaled="0"/>
        </a:gradFill>
        <a:effectLst/>
      </p:bgPr>
    </p:bg>
    <p:spTree>
      <p:nvGrpSpPr>
        <p:cNvPr id="1" name="Shape 394"/>
        <p:cNvGrpSpPr/>
        <p:nvPr/>
      </p:nvGrpSpPr>
      <p:grpSpPr>
        <a:xfrm>
          <a:off x="0" y="0"/>
          <a:ext cx="0" cy="0"/>
          <a:chOff x="0" y="0"/>
          <a:chExt cx="0" cy="0"/>
        </a:xfrm>
      </p:grpSpPr>
      <p:sp>
        <p:nvSpPr>
          <p:cNvPr id="395" name="Google Shape;395;p11"/>
          <p:cNvSpPr/>
          <p:nvPr/>
        </p:nvSpPr>
        <p:spPr>
          <a:xfrm>
            <a:off x="-11215" y="0"/>
            <a:ext cx="12191695" cy="724870"/>
          </a:xfrm>
          <a:prstGeom prst="rect">
            <a:avLst/>
          </a:prstGeom>
          <a:solidFill>
            <a:srgbClr val="1284BA">
              <a:alpha val="4705"/>
            </a:srgbClr>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396" name="Google Shape;396;p11"/>
          <p:cNvGrpSpPr/>
          <p:nvPr/>
        </p:nvGrpSpPr>
        <p:grpSpPr>
          <a:xfrm>
            <a:off x="363777" y="137706"/>
            <a:ext cx="2791045" cy="454483"/>
            <a:chOff x="609584" y="0"/>
            <a:chExt cx="2791045" cy="454483"/>
          </a:xfrm>
        </p:grpSpPr>
        <p:pic>
          <p:nvPicPr>
            <p:cNvPr id="397" name="Google Shape;397;p11" descr="image.png"/>
            <p:cNvPicPr preferRelativeResize="0"/>
            <p:nvPr/>
          </p:nvPicPr>
          <p:blipFill rotWithShape="1">
            <a:blip r:embed="rId3">
              <a:alphaModFix/>
            </a:blip>
            <a:srcRect/>
            <a:stretch/>
          </p:blipFill>
          <p:spPr>
            <a:xfrm>
              <a:off x="609584" y="16050"/>
              <a:ext cx="412971" cy="348898"/>
            </a:xfrm>
            <a:prstGeom prst="rect">
              <a:avLst/>
            </a:prstGeom>
            <a:noFill/>
            <a:ln>
              <a:noFill/>
            </a:ln>
          </p:spPr>
        </p:pic>
        <p:sp>
          <p:nvSpPr>
            <p:cNvPr id="398" name="Google Shape;398;p11"/>
            <p:cNvSpPr txBox="1"/>
            <p:nvPr/>
          </p:nvSpPr>
          <p:spPr>
            <a:xfrm>
              <a:off x="1104872" y="0"/>
              <a:ext cx="2295757" cy="454483"/>
            </a:xfrm>
            <a:prstGeom prst="rect">
              <a:avLst/>
            </a:prstGeom>
            <a:noFill/>
            <a:ln>
              <a:noFill/>
            </a:ln>
          </p:spPr>
          <p:txBody>
            <a:bodyPr spcFirstLastPara="1" wrap="square" lIns="73150" tIns="54850" rIns="73150" bIns="54850" anchor="ctr" anchorCtr="0">
              <a:spAutoFit/>
            </a:bodyPr>
            <a:lstStyle/>
            <a:p>
              <a:pPr marL="0" marR="0" lvl="0" indent="0" algn="l" rtl="0">
                <a:lnSpc>
                  <a:spcPct val="92857"/>
                </a:lnSpc>
                <a:spcBef>
                  <a:spcPts val="0"/>
                </a:spcBef>
                <a:spcAft>
                  <a:spcPts val="0"/>
                </a:spcAft>
                <a:buNone/>
              </a:pPr>
              <a:r>
                <a:rPr lang="en-US" sz="2800" b="1">
                  <a:solidFill>
                    <a:srgbClr val="1284BA"/>
                  </a:solidFill>
                  <a:latin typeface="Source Code Pro"/>
                  <a:ea typeface="Source Code Pro"/>
                  <a:cs typeface="Source Code Pro"/>
                  <a:sym typeface="Source Code Pro"/>
                </a:rPr>
                <a:t>Game Board</a:t>
              </a:r>
              <a:endParaRPr/>
            </a:p>
          </p:txBody>
        </p:sp>
      </p:grpSp>
      <p:sp>
        <p:nvSpPr>
          <p:cNvPr id="399" name="Google Shape;399;p11"/>
          <p:cNvSpPr txBox="1"/>
          <p:nvPr/>
        </p:nvSpPr>
        <p:spPr>
          <a:xfrm>
            <a:off x="5169519" y="1075120"/>
            <a:ext cx="2767041" cy="391967"/>
          </a:xfrm>
          <a:prstGeom prst="rect">
            <a:avLst/>
          </a:prstGeom>
          <a:noFill/>
          <a:ln>
            <a:noFill/>
          </a:ln>
        </p:spPr>
        <p:txBody>
          <a:bodyPr spcFirstLastPara="1" wrap="square" lIns="73150" tIns="54850" rIns="73150" bIns="54850" anchor="ctr" anchorCtr="0">
            <a:spAutoFit/>
          </a:bodyPr>
          <a:lstStyle/>
          <a:p>
            <a:pPr marL="0" marR="0" lvl="0" indent="0" algn="ctr" rtl="0">
              <a:lnSpc>
                <a:spcPct val="130434"/>
              </a:lnSpc>
              <a:spcBef>
                <a:spcPts val="0"/>
              </a:spcBef>
              <a:spcAft>
                <a:spcPts val="0"/>
              </a:spcAft>
              <a:buNone/>
            </a:pPr>
            <a:r>
              <a:rPr lang="en-US" sz="1794" b="1">
                <a:solidFill>
                  <a:srgbClr val="0070C0"/>
                </a:solidFill>
                <a:latin typeface="Source Code Pro"/>
                <a:ea typeface="Source Code Pro"/>
                <a:cs typeface="Source Code Pro"/>
                <a:sym typeface="Source Code Pro"/>
              </a:rPr>
              <a:t>Green’s Second Move</a:t>
            </a:r>
            <a:endParaRPr/>
          </a:p>
        </p:txBody>
      </p:sp>
      <p:sp>
        <p:nvSpPr>
          <p:cNvPr id="400" name="Google Shape;400;p11"/>
          <p:cNvSpPr/>
          <p:nvPr/>
        </p:nvSpPr>
        <p:spPr>
          <a:xfrm>
            <a:off x="5295767"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1" name="Google Shape;401;p11"/>
          <p:cNvSpPr/>
          <p:nvPr/>
        </p:nvSpPr>
        <p:spPr>
          <a:xfrm>
            <a:off x="5448163"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2" name="Google Shape;402;p11"/>
          <p:cNvSpPr/>
          <p:nvPr/>
        </p:nvSpPr>
        <p:spPr>
          <a:xfrm>
            <a:off x="5600559"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3" name="Google Shape;403;p11"/>
          <p:cNvSpPr/>
          <p:nvPr/>
        </p:nvSpPr>
        <p:spPr>
          <a:xfrm>
            <a:off x="5752956"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4" name="Google Shape;404;p11"/>
          <p:cNvSpPr/>
          <p:nvPr/>
        </p:nvSpPr>
        <p:spPr>
          <a:xfrm>
            <a:off x="5905352"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5" name="Google Shape;405;p11"/>
          <p:cNvSpPr/>
          <p:nvPr/>
        </p:nvSpPr>
        <p:spPr>
          <a:xfrm>
            <a:off x="6057748"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6" name="Google Shape;406;p11"/>
          <p:cNvSpPr/>
          <p:nvPr/>
        </p:nvSpPr>
        <p:spPr>
          <a:xfrm>
            <a:off x="6210144"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7" name="Google Shape;407;p11"/>
          <p:cNvSpPr/>
          <p:nvPr/>
        </p:nvSpPr>
        <p:spPr>
          <a:xfrm>
            <a:off x="6362540"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8" name="Google Shape;408;p11"/>
          <p:cNvSpPr/>
          <p:nvPr/>
        </p:nvSpPr>
        <p:spPr>
          <a:xfrm>
            <a:off x="6514937"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9" name="Google Shape;409;p11"/>
          <p:cNvSpPr/>
          <p:nvPr/>
        </p:nvSpPr>
        <p:spPr>
          <a:xfrm>
            <a:off x="6667333"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0" name="Google Shape;410;p11"/>
          <p:cNvSpPr/>
          <p:nvPr/>
        </p:nvSpPr>
        <p:spPr>
          <a:xfrm>
            <a:off x="6819729" y="7048500"/>
            <a:ext cx="76198" cy="76200"/>
          </a:xfrm>
          <a:prstGeom prst="roundRect">
            <a:avLst>
              <a:gd name="adj" fmla="val 249975000"/>
            </a:avLst>
          </a:prstGeom>
          <a:solidFill>
            <a:srgbClr val="1284B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411" name="Google Shape;411;p11"/>
          <p:cNvGrpSpPr/>
          <p:nvPr/>
        </p:nvGrpSpPr>
        <p:grpSpPr>
          <a:xfrm>
            <a:off x="4400287" y="1574407"/>
            <a:ext cx="4375354" cy="4177341"/>
            <a:chOff x="4633708" y="2022121"/>
            <a:chExt cx="2924583" cy="2812836"/>
          </a:xfrm>
        </p:grpSpPr>
        <p:pic>
          <p:nvPicPr>
            <p:cNvPr id="412" name="Google Shape;412;p11"/>
            <p:cNvPicPr preferRelativeResize="0"/>
            <p:nvPr/>
          </p:nvPicPr>
          <p:blipFill rotWithShape="1">
            <a:blip r:embed="rId4">
              <a:alphaModFix/>
            </a:blip>
            <a:srcRect/>
            <a:stretch/>
          </p:blipFill>
          <p:spPr>
            <a:xfrm>
              <a:off x="4633708" y="2047682"/>
              <a:ext cx="2924583" cy="2762636"/>
            </a:xfrm>
            <a:prstGeom prst="rect">
              <a:avLst/>
            </a:prstGeom>
            <a:noFill/>
            <a:ln>
              <a:noFill/>
            </a:ln>
          </p:spPr>
        </p:pic>
        <p:sp>
          <p:nvSpPr>
            <p:cNvPr id="413" name="Google Shape;413;p11"/>
            <p:cNvSpPr/>
            <p:nvPr/>
          </p:nvSpPr>
          <p:spPr>
            <a:xfrm>
              <a:off x="6000751" y="2022121"/>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4" name="Google Shape;414;p11"/>
            <p:cNvSpPr/>
            <p:nvPr/>
          </p:nvSpPr>
          <p:spPr>
            <a:xfrm>
              <a:off x="5602545" y="2060087"/>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5" name="Google Shape;415;p11"/>
            <p:cNvSpPr/>
            <p:nvPr/>
          </p:nvSpPr>
          <p:spPr>
            <a:xfrm>
              <a:off x="6485170" y="2060087"/>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6" name="Google Shape;416;p11"/>
            <p:cNvSpPr/>
            <p:nvPr/>
          </p:nvSpPr>
          <p:spPr>
            <a:xfrm>
              <a:off x="6009489" y="3304058"/>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7" name="Google Shape;417;p11"/>
            <p:cNvSpPr/>
            <p:nvPr/>
          </p:nvSpPr>
          <p:spPr>
            <a:xfrm>
              <a:off x="4747137" y="2954822"/>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8" name="Google Shape;418;p11"/>
            <p:cNvSpPr/>
            <p:nvPr/>
          </p:nvSpPr>
          <p:spPr>
            <a:xfrm>
              <a:off x="7254370" y="2954821"/>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9" name="Google Shape;419;p11"/>
            <p:cNvSpPr/>
            <p:nvPr/>
          </p:nvSpPr>
          <p:spPr>
            <a:xfrm>
              <a:off x="7261487" y="3712681"/>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0" name="Google Shape;420;p11"/>
            <p:cNvSpPr/>
            <p:nvPr/>
          </p:nvSpPr>
          <p:spPr>
            <a:xfrm>
              <a:off x="6416703" y="4607415"/>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1" name="Google Shape;421;p11"/>
            <p:cNvSpPr/>
            <p:nvPr/>
          </p:nvSpPr>
          <p:spPr>
            <a:xfrm>
              <a:off x="6000751" y="4644458"/>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2" name="Google Shape;422;p11"/>
            <p:cNvSpPr/>
            <p:nvPr/>
          </p:nvSpPr>
          <p:spPr>
            <a:xfrm>
              <a:off x="5584799" y="4549208"/>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3" name="Google Shape;423;p11"/>
            <p:cNvSpPr/>
            <p:nvPr/>
          </p:nvSpPr>
          <p:spPr>
            <a:xfrm>
              <a:off x="5169103" y="3333750"/>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424" name="Google Shape;424;p11"/>
          <p:cNvSpPr/>
          <p:nvPr/>
        </p:nvSpPr>
        <p:spPr>
          <a:xfrm>
            <a:off x="6453089" y="4226512"/>
            <a:ext cx="284992" cy="282910"/>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 name="Date Placeholder 6">
            <a:extLst>
              <a:ext uri="{FF2B5EF4-FFF2-40B4-BE49-F238E27FC236}">
                <a16:creationId xmlns:a16="http://schemas.microsoft.com/office/drawing/2014/main" id="{C2B86171-D2A5-6121-17BE-9623D019B392}"/>
              </a:ext>
            </a:extLst>
          </p:cNvPr>
          <p:cNvSpPr>
            <a:spLocks noGrp="1"/>
          </p:cNvSpPr>
          <p:nvPr>
            <p:ph type="dt" idx="10"/>
          </p:nvPr>
        </p:nvSpPr>
        <p:spPr>
          <a:xfrm>
            <a:off x="457200" y="6356350"/>
            <a:ext cx="2133600" cy="365125"/>
          </a:xfrm>
        </p:spPr>
        <p:txBody>
          <a:bodyPr/>
          <a:lstStyle/>
          <a:p>
            <a:fld id="{B39AE11E-A222-400F-9A18-9B74D19598D3}" type="datetime1">
              <a:rPr lang="en-US" smtClean="0"/>
              <a:t>3/7/2026</a:t>
            </a:fld>
            <a:endParaRPr lang="en-US" dirty="0"/>
          </a:p>
        </p:txBody>
      </p:sp>
      <p:sp>
        <p:nvSpPr>
          <p:cNvPr id="8" name="Slide Number Placeholder 7">
            <a:extLst>
              <a:ext uri="{FF2B5EF4-FFF2-40B4-BE49-F238E27FC236}">
                <a16:creationId xmlns:a16="http://schemas.microsoft.com/office/drawing/2014/main" id="{90EF3A0F-E29C-7BCF-B9EB-11B917E9C0AF}"/>
              </a:ext>
            </a:extLst>
          </p:cNvPr>
          <p:cNvSpPr>
            <a:spLocks noGrp="1"/>
          </p:cNvSpPr>
          <p:nvPr>
            <p:ph type="sldNum" idx="12"/>
          </p:nvPr>
        </p:nvSpPr>
        <p:spPr>
          <a:xfrm>
            <a:off x="9601200" y="6351269"/>
            <a:ext cx="2133600" cy="365125"/>
          </a:xfrm>
        </p:spPr>
        <p:txBody>
          <a:bodyPr/>
          <a:lstStyle/>
          <a:p>
            <a:pPr marL="0" lvl="0" indent="0" algn="r" rtl="0">
              <a:spcBef>
                <a:spcPts val="0"/>
              </a:spcBef>
              <a:spcAft>
                <a:spcPts val="0"/>
              </a:spcAft>
              <a:buNone/>
            </a:pPr>
            <a:fld id="{00000000-1234-1234-1234-123412341234}" type="slidenum">
              <a:rPr lang="en-US" smtClean="0"/>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rgbClr val="FEFEFE"/>
            </a:gs>
            <a:gs pos="100000">
              <a:srgbClr val="F0F7FB"/>
            </a:gs>
          </a:gsLst>
          <a:lin ang="8100000" scaled="0"/>
        </a:gradFill>
        <a:effectLst/>
      </p:bgPr>
    </p:bg>
    <p:spTree>
      <p:nvGrpSpPr>
        <p:cNvPr id="1" name="Shape 429"/>
        <p:cNvGrpSpPr/>
        <p:nvPr/>
      </p:nvGrpSpPr>
      <p:grpSpPr>
        <a:xfrm>
          <a:off x="0" y="0"/>
          <a:ext cx="0" cy="0"/>
          <a:chOff x="0" y="0"/>
          <a:chExt cx="0" cy="0"/>
        </a:xfrm>
      </p:grpSpPr>
      <p:sp>
        <p:nvSpPr>
          <p:cNvPr id="430" name="Google Shape;430;p12"/>
          <p:cNvSpPr/>
          <p:nvPr/>
        </p:nvSpPr>
        <p:spPr>
          <a:xfrm>
            <a:off x="-11215" y="0"/>
            <a:ext cx="12191695" cy="724870"/>
          </a:xfrm>
          <a:prstGeom prst="rect">
            <a:avLst/>
          </a:prstGeom>
          <a:solidFill>
            <a:srgbClr val="1284BA">
              <a:alpha val="4705"/>
            </a:srgbClr>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431" name="Google Shape;431;p12"/>
          <p:cNvGrpSpPr/>
          <p:nvPr/>
        </p:nvGrpSpPr>
        <p:grpSpPr>
          <a:xfrm>
            <a:off x="363777" y="137706"/>
            <a:ext cx="2791045" cy="454483"/>
            <a:chOff x="609584" y="0"/>
            <a:chExt cx="2791045" cy="454483"/>
          </a:xfrm>
        </p:grpSpPr>
        <p:pic>
          <p:nvPicPr>
            <p:cNvPr id="432" name="Google Shape;432;p12" descr="image.png"/>
            <p:cNvPicPr preferRelativeResize="0"/>
            <p:nvPr/>
          </p:nvPicPr>
          <p:blipFill rotWithShape="1">
            <a:blip r:embed="rId3">
              <a:alphaModFix/>
            </a:blip>
            <a:srcRect/>
            <a:stretch/>
          </p:blipFill>
          <p:spPr>
            <a:xfrm>
              <a:off x="609584" y="16050"/>
              <a:ext cx="412971" cy="348898"/>
            </a:xfrm>
            <a:prstGeom prst="rect">
              <a:avLst/>
            </a:prstGeom>
            <a:noFill/>
            <a:ln>
              <a:noFill/>
            </a:ln>
          </p:spPr>
        </p:pic>
        <p:sp>
          <p:nvSpPr>
            <p:cNvPr id="433" name="Google Shape;433;p12"/>
            <p:cNvSpPr txBox="1"/>
            <p:nvPr/>
          </p:nvSpPr>
          <p:spPr>
            <a:xfrm>
              <a:off x="1104872" y="0"/>
              <a:ext cx="2295757" cy="454483"/>
            </a:xfrm>
            <a:prstGeom prst="rect">
              <a:avLst/>
            </a:prstGeom>
            <a:noFill/>
            <a:ln>
              <a:noFill/>
            </a:ln>
          </p:spPr>
          <p:txBody>
            <a:bodyPr spcFirstLastPara="1" wrap="square" lIns="73150" tIns="54850" rIns="73150" bIns="54850" anchor="ctr" anchorCtr="0">
              <a:spAutoFit/>
            </a:bodyPr>
            <a:lstStyle/>
            <a:p>
              <a:pPr marL="0" marR="0" lvl="0" indent="0" algn="l" rtl="0">
                <a:lnSpc>
                  <a:spcPct val="92857"/>
                </a:lnSpc>
                <a:spcBef>
                  <a:spcPts val="0"/>
                </a:spcBef>
                <a:spcAft>
                  <a:spcPts val="0"/>
                </a:spcAft>
                <a:buNone/>
              </a:pPr>
              <a:r>
                <a:rPr lang="en-US" sz="2800" b="1">
                  <a:solidFill>
                    <a:srgbClr val="1284BA"/>
                  </a:solidFill>
                  <a:latin typeface="Source Code Pro"/>
                  <a:ea typeface="Source Code Pro"/>
                  <a:cs typeface="Source Code Pro"/>
                  <a:sym typeface="Source Code Pro"/>
                </a:rPr>
                <a:t>Game Board</a:t>
              </a:r>
              <a:endParaRPr/>
            </a:p>
          </p:txBody>
        </p:sp>
      </p:grpSp>
      <p:sp>
        <p:nvSpPr>
          <p:cNvPr id="434" name="Google Shape;434;p12"/>
          <p:cNvSpPr txBox="1"/>
          <p:nvPr/>
        </p:nvSpPr>
        <p:spPr>
          <a:xfrm>
            <a:off x="5376308" y="1075120"/>
            <a:ext cx="2353465" cy="391967"/>
          </a:xfrm>
          <a:prstGeom prst="rect">
            <a:avLst/>
          </a:prstGeom>
          <a:noFill/>
          <a:ln>
            <a:noFill/>
          </a:ln>
        </p:spPr>
        <p:txBody>
          <a:bodyPr spcFirstLastPara="1" wrap="square" lIns="73150" tIns="54850" rIns="73150" bIns="54850" anchor="ctr" anchorCtr="0">
            <a:spAutoFit/>
          </a:bodyPr>
          <a:lstStyle/>
          <a:p>
            <a:pPr marL="0" marR="0" lvl="0" indent="0" algn="ctr" rtl="0">
              <a:lnSpc>
                <a:spcPct val="130434"/>
              </a:lnSpc>
              <a:spcBef>
                <a:spcPts val="0"/>
              </a:spcBef>
              <a:spcAft>
                <a:spcPts val="0"/>
              </a:spcAft>
              <a:buNone/>
            </a:pPr>
            <a:r>
              <a:rPr lang="en-US" sz="1794" b="1">
                <a:solidFill>
                  <a:schemeClr val="accent6"/>
                </a:solidFill>
                <a:latin typeface="Source Code Pro"/>
                <a:ea typeface="Source Code Pro"/>
                <a:cs typeface="Source Code Pro"/>
                <a:sym typeface="Source Code Pro"/>
              </a:rPr>
              <a:t>Red’s Third Move</a:t>
            </a:r>
            <a:endParaRPr/>
          </a:p>
        </p:txBody>
      </p:sp>
      <p:sp>
        <p:nvSpPr>
          <p:cNvPr id="435" name="Google Shape;435;p12"/>
          <p:cNvSpPr/>
          <p:nvPr/>
        </p:nvSpPr>
        <p:spPr>
          <a:xfrm>
            <a:off x="5295767"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6" name="Google Shape;436;p12"/>
          <p:cNvSpPr/>
          <p:nvPr/>
        </p:nvSpPr>
        <p:spPr>
          <a:xfrm>
            <a:off x="5448163"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7" name="Google Shape;437;p12"/>
          <p:cNvSpPr/>
          <p:nvPr/>
        </p:nvSpPr>
        <p:spPr>
          <a:xfrm>
            <a:off x="5600559"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8" name="Google Shape;438;p12"/>
          <p:cNvSpPr/>
          <p:nvPr/>
        </p:nvSpPr>
        <p:spPr>
          <a:xfrm>
            <a:off x="5752956"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9" name="Google Shape;439;p12"/>
          <p:cNvSpPr/>
          <p:nvPr/>
        </p:nvSpPr>
        <p:spPr>
          <a:xfrm>
            <a:off x="5905352"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0" name="Google Shape;440;p12"/>
          <p:cNvSpPr/>
          <p:nvPr/>
        </p:nvSpPr>
        <p:spPr>
          <a:xfrm>
            <a:off x="6057748"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1" name="Google Shape;441;p12"/>
          <p:cNvSpPr/>
          <p:nvPr/>
        </p:nvSpPr>
        <p:spPr>
          <a:xfrm>
            <a:off x="6210144"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2" name="Google Shape;442;p12"/>
          <p:cNvSpPr/>
          <p:nvPr/>
        </p:nvSpPr>
        <p:spPr>
          <a:xfrm>
            <a:off x="6362540"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3" name="Google Shape;443;p12"/>
          <p:cNvSpPr/>
          <p:nvPr/>
        </p:nvSpPr>
        <p:spPr>
          <a:xfrm>
            <a:off x="6514937"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4" name="Google Shape;444;p12"/>
          <p:cNvSpPr/>
          <p:nvPr/>
        </p:nvSpPr>
        <p:spPr>
          <a:xfrm>
            <a:off x="6667333"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5" name="Google Shape;445;p12"/>
          <p:cNvSpPr/>
          <p:nvPr/>
        </p:nvSpPr>
        <p:spPr>
          <a:xfrm>
            <a:off x="6819729" y="7048500"/>
            <a:ext cx="76198" cy="76200"/>
          </a:xfrm>
          <a:prstGeom prst="roundRect">
            <a:avLst>
              <a:gd name="adj" fmla="val 249975000"/>
            </a:avLst>
          </a:prstGeom>
          <a:solidFill>
            <a:srgbClr val="1284B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446" name="Google Shape;446;p12"/>
          <p:cNvGrpSpPr/>
          <p:nvPr/>
        </p:nvGrpSpPr>
        <p:grpSpPr>
          <a:xfrm>
            <a:off x="4400287" y="1574407"/>
            <a:ext cx="4375354" cy="4177341"/>
            <a:chOff x="4633708" y="2022121"/>
            <a:chExt cx="2924583" cy="2812836"/>
          </a:xfrm>
        </p:grpSpPr>
        <p:pic>
          <p:nvPicPr>
            <p:cNvPr id="447" name="Google Shape;447;p12"/>
            <p:cNvPicPr preferRelativeResize="0"/>
            <p:nvPr/>
          </p:nvPicPr>
          <p:blipFill rotWithShape="1">
            <a:blip r:embed="rId4">
              <a:alphaModFix/>
            </a:blip>
            <a:srcRect/>
            <a:stretch/>
          </p:blipFill>
          <p:spPr>
            <a:xfrm>
              <a:off x="4633708" y="2047682"/>
              <a:ext cx="2924583" cy="2762636"/>
            </a:xfrm>
            <a:prstGeom prst="rect">
              <a:avLst/>
            </a:prstGeom>
            <a:noFill/>
            <a:ln>
              <a:noFill/>
            </a:ln>
          </p:spPr>
        </p:pic>
        <p:sp>
          <p:nvSpPr>
            <p:cNvPr id="448" name="Google Shape;448;p12"/>
            <p:cNvSpPr/>
            <p:nvPr/>
          </p:nvSpPr>
          <p:spPr>
            <a:xfrm>
              <a:off x="6000751" y="2022121"/>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9" name="Google Shape;449;p12"/>
            <p:cNvSpPr/>
            <p:nvPr/>
          </p:nvSpPr>
          <p:spPr>
            <a:xfrm>
              <a:off x="5602545" y="2060087"/>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0" name="Google Shape;450;p12"/>
            <p:cNvSpPr/>
            <p:nvPr/>
          </p:nvSpPr>
          <p:spPr>
            <a:xfrm>
              <a:off x="6485170" y="2060087"/>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1" name="Google Shape;451;p12"/>
            <p:cNvSpPr/>
            <p:nvPr/>
          </p:nvSpPr>
          <p:spPr>
            <a:xfrm>
              <a:off x="6009489" y="3304058"/>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2" name="Google Shape;452;p12"/>
            <p:cNvSpPr/>
            <p:nvPr/>
          </p:nvSpPr>
          <p:spPr>
            <a:xfrm>
              <a:off x="4747137" y="2954822"/>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3" name="Google Shape;453;p12"/>
            <p:cNvSpPr/>
            <p:nvPr/>
          </p:nvSpPr>
          <p:spPr>
            <a:xfrm>
              <a:off x="7254370" y="2954821"/>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4" name="Google Shape;454;p12"/>
            <p:cNvSpPr/>
            <p:nvPr/>
          </p:nvSpPr>
          <p:spPr>
            <a:xfrm>
              <a:off x="6859210" y="3333750"/>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5" name="Google Shape;455;p12"/>
            <p:cNvSpPr/>
            <p:nvPr/>
          </p:nvSpPr>
          <p:spPr>
            <a:xfrm>
              <a:off x="6416703" y="4607415"/>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6" name="Google Shape;456;p12"/>
            <p:cNvSpPr/>
            <p:nvPr/>
          </p:nvSpPr>
          <p:spPr>
            <a:xfrm>
              <a:off x="6000751" y="4644458"/>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7" name="Google Shape;457;p12"/>
            <p:cNvSpPr/>
            <p:nvPr/>
          </p:nvSpPr>
          <p:spPr>
            <a:xfrm>
              <a:off x="5584799" y="4549208"/>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8" name="Google Shape;458;p12"/>
            <p:cNvSpPr/>
            <p:nvPr/>
          </p:nvSpPr>
          <p:spPr>
            <a:xfrm>
              <a:off x="5169103" y="3333750"/>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459" name="Google Shape;459;p12"/>
          <p:cNvSpPr/>
          <p:nvPr/>
        </p:nvSpPr>
        <p:spPr>
          <a:xfrm>
            <a:off x="6453089" y="4226512"/>
            <a:ext cx="284992" cy="282910"/>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 name="Date Placeholder 6">
            <a:extLst>
              <a:ext uri="{FF2B5EF4-FFF2-40B4-BE49-F238E27FC236}">
                <a16:creationId xmlns:a16="http://schemas.microsoft.com/office/drawing/2014/main" id="{6F0CBF21-6744-B191-72C5-0847FAC64FFD}"/>
              </a:ext>
            </a:extLst>
          </p:cNvPr>
          <p:cNvSpPr>
            <a:spLocks noGrp="1"/>
          </p:cNvSpPr>
          <p:nvPr>
            <p:ph type="dt" idx="10"/>
          </p:nvPr>
        </p:nvSpPr>
        <p:spPr>
          <a:xfrm>
            <a:off x="457200" y="6356350"/>
            <a:ext cx="2133600" cy="365125"/>
          </a:xfrm>
        </p:spPr>
        <p:txBody>
          <a:bodyPr/>
          <a:lstStyle/>
          <a:p>
            <a:fld id="{B39AE11E-A222-400F-9A18-9B74D19598D3}" type="datetime1">
              <a:rPr lang="en-US" smtClean="0"/>
              <a:t>3/7/2026</a:t>
            </a:fld>
            <a:endParaRPr lang="en-US" dirty="0"/>
          </a:p>
        </p:txBody>
      </p:sp>
      <p:sp>
        <p:nvSpPr>
          <p:cNvPr id="8" name="Slide Number Placeholder 7">
            <a:extLst>
              <a:ext uri="{FF2B5EF4-FFF2-40B4-BE49-F238E27FC236}">
                <a16:creationId xmlns:a16="http://schemas.microsoft.com/office/drawing/2014/main" id="{20D7F25C-C371-ECC7-47CA-3E9BA3651EF9}"/>
              </a:ext>
            </a:extLst>
          </p:cNvPr>
          <p:cNvSpPr>
            <a:spLocks noGrp="1"/>
          </p:cNvSpPr>
          <p:nvPr>
            <p:ph type="sldNum" idx="12"/>
          </p:nvPr>
        </p:nvSpPr>
        <p:spPr>
          <a:xfrm>
            <a:off x="9601200" y="6351269"/>
            <a:ext cx="2133600" cy="365125"/>
          </a:xfrm>
        </p:spPr>
        <p:txBody>
          <a:bodyPr/>
          <a:lstStyle/>
          <a:p>
            <a:pPr marL="0" lvl="0" indent="0" algn="r" rtl="0">
              <a:spcBef>
                <a:spcPts val="0"/>
              </a:spcBef>
              <a:spcAft>
                <a:spcPts val="0"/>
              </a:spcAft>
              <a:buNone/>
            </a:pPr>
            <a:fld id="{00000000-1234-1234-1234-123412341234}" type="slidenum">
              <a:rPr lang="en-US" smtClean="0"/>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rgbClr val="FEFEFE"/>
            </a:gs>
            <a:gs pos="100000">
              <a:srgbClr val="F0F7FB"/>
            </a:gs>
          </a:gsLst>
          <a:lin ang="8100000" scaled="0"/>
        </a:gradFill>
        <a:effectLst/>
      </p:bgPr>
    </p:bg>
    <p:spTree>
      <p:nvGrpSpPr>
        <p:cNvPr id="1" name="Shape 464"/>
        <p:cNvGrpSpPr/>
        <p:nvPr/>
      </p:nvGrpSpPr>
      <p:grpSpPr>
        <a:xfrm>
          <a:off x="0" y="0"/>
          <a:ext cx="0" cy="0"/>
          <a:chOff x="0" y="0"/>
          <a:chExt cx="0" cy="0"/>
        </a:xfrm>
      </p:grpSpPr>
      <p:sp>
        <p:nvSpPr>
          <p:cNvPr id="465" name="Google Shape;465;p13"/>
          <p:cNvSpPr/>
          <p:nvPr/>
        </p:nvSpPr>
        <p:spPr>
          <a:xfrm>
            <a:off x="-11215" y="0"/>
            <a:ext cx="12191695" cy="724870"/>
          </a:xfrm>
          <a:prstGeom prst="rect">
            <a:avLst/>
          </a:prstGeom>
          <a:solidFill>
            <a:srgbClr val="1284BA">
              <a:alpha val="4705"/>
            </a:srgbClr>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466" name="Google Shape;466;p13"/>
          <p:cNvGrpSpPr/>
          <p:nvPr/>
        </p:nvGrpSpPr>
        <p:grpSpPr>
          <a:xfrm>
            <a:off x="363777" y="137706"/>
            <a:ext cx="2791045" cy="454483"/>
            <a:chOff x="609584" y="0"/>
            <a:chExt cx="2791045" cy="454483"/>
          </a:xfrm>
        </p:grpSpPr>
        <p:pic>
          <p:nvPicPr>
            <p:cNvPr id="467" name="Google Shape;467;p13" descr="image.png"/>
            <p:cNvPicPr preferRelativeResize="0"/>
            <p:nvPr/>
          </p:nvPicPr>
          <p:blipFill rotWithShape="1">
            <a:blip r:embed="rId3">
              <a:alphaModFix/>
            </a:blip>
            <a:srcRect/>
            <a:stretch/>
          </p:blipFill>
          <p:spPr>
            <a:xfrm>
              <a:off x="609584" y="16050"/>
              <a:ext cx="412971" cy="348898"/>
            </a:xfrm>
            <a:prstGeom prst="rect">
              <a:avLst/>
            </a:prstGeom>
            <a:noFill/>
            <a:ln>
              <a:noFill/>
            </a:ln>
          </p:spPr>
        </p:pic>
        <p:sp>
          <p:nvSpPr>
            <p:cNvPr id="468" name="Google Shape;468;p13"/>
            <p:cNvSpPr txBox="1"/>
            <p:nvPr/>
          </p:nvSpPr>
          <p:spPr>
            <a:xfrm>
              <a:off x="1104872" y="0"/>
              <a:ext cx="2295757" cy="454483"/>
            </a:xfrm>
            <a:prstGeom prst="rect">
              <a:avLst/>
            </a:prstGeom>
            <a:noFill/>
            <a:ln>
              <a:noFill/>
            </a:ln>
          </p:spPr>
          <p:txBody>
            <a:bodyPr spcFirstLastPara="1" wrap="square" lIns="73150" tIns="54850" rIns="73150" bIns="54850" anchor="ctr" anchorCtr="0">
              <a:spAutoFit/>
            </a:bodyPr>
            <a:lstStyle/>
            <a:p>
              <a:pPr marL="0" marR="0" lvl="0" indent="0" algn="l" rtl="0">
                <a:lnSpc>
                  <a:spcPct val="92857"/>
                </a:lnSpc>
                <a:spcBef>
                  <a:spcPts val="0"/>
                </a:spcBef>
                <a:spcAft>
                  <a:spcPts val="0"/>
                </a:spcAft>
                <a:buNone/>
              </a:pPr>
              <a:r>
                <a:rPr lang="en-US" sz="2800" b="1">
                  <a:solidFill>
                    <a:srgbClr val="1284BA"/>
                  </a:solidFill>
                  <a:latin typeface="Source Code Pro"/>
                  <a:ea typeface="Source Code Pro"/>
                  <a:cs typeface="Source Code Pro"/>
                  <a:sym typeface="Source Code Pro"/>
                </a:rPr>
                <a:t>Game Board</a:t>
              </a:r>
              <a:endParaRPr/>
            </a:p>
          </p:txBody>
        </p:sp>
      </p:grpSp>
      <p:sp>
        <p:nvSpPr>
          <p:cNvPr id="469" name="Google Shape;469;p13"/>
          <p:cNvSpPr txBox="1"/>
          <p:nvPr/>
        </p:nvSpPr>
        <p:spPr>
          <a:xfrm>
            <a:off x="5238452" y="1075120"/>
            <a:ext cx="2629181" cy="391967"/>
          </a:xfrm>
          <a:prstGeom prst="rect">
            <a:avLst/>
          </a:prstGeom>
          <a:noFill/>
          <a:ln>
            <a:noFill/>
          </a:ln>
        </p:spPr>
        <p:txBody>
          <a:bodyPr spcFirstLastPara="1" wrap="square" lIns="73150" tIns="54850" rIns="73150" bIns="54850" anchor="ctr" anchorCtr="0">
            <a:spAutoFit/>
          </a:bodyPr>
          <a:lstStyle/>
          <a:p>
            <a:pPr marL="0" marR="0" lvl="0" indent="0" algn="ctr" rtl="0">
              <a:lnSpc>
                <a:spcPct val="130434"/>
              </a:lnSpc>
              <a:spcBef>
                <a:spcPts val="0"/>
              </a:spcBef>
              <a:spcAft>
                <a:spcPts val="0"/>
              </a:spcAft>
              <a:buNone/>
            </a:pPr>
            <a:r>
              <a:rPr lang="en-US" sz="1794" b="1">
                <a:solidFill>
                  <a:srgbClr val="0070C0"/>
                </a:solidFill>
                <a:latin typeface="Source Code Pro"/>
                <a:ea typeface="Source Code Pro"/>
                <a:cs typeface="Source Code Pro"/>
                <a:sym typeface="Source Code Pro"/>
              </a:rPr>
              <a:t>Green’s Third Move</a:t>
            </a:r>
            <a:endParaRPr/>
          </a:p>
        </p:txBody>
      </p:sp>
      <p:sp>
        <p:nvSpPr>
          <p:cNvPr id="470" name="Google Shape;470;p13"/>
          <p:cNvSpPr/>
          <p:nvPr/>
        </p:nvSpPr>
        <p:spPr>
          <a:xfrm>
            <a:off x="5295767"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1" name="Google Shape;471;p13"/>
          <p:cNvSpPr/>
          <p:nvPr/>
        </p:nvSpPr>
        <p:spPr>
          <a:xfrm>
            <a:off x="5448163"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2" name="Google Shape;472;p13"/>
          <p:cNvSpPr/>
          <p:nvPr/>
        </p:nvSpPr>
        <p:spPr>
          <a:xfrm>
            <a:off x="5600559"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3" name="Google Shape;473;p13"/>
          <p:cNvSpPr/>
          <p:nvPr/>
        </p:nvSpPr>
        <p:spPr>
          <a:xfrm>
            <a:off x="5752956"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4" name="Google Shape;474;p13"/>
          <p:cNvSpPr/>
          <p:nvPr/>
        </p:nvSpPr>
        <p:spPr>
          <a:xfrm>
            <a:off x="5905352"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5" name="Google Shape;475;p13"/>
          <p:cNvSpPr/>
          <p:nvPr/>
        </p:nvSpPr>
        <p:spPr>
          <a:xfrm>
            <a:off x="6057748"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6" name="Google Shape;476;p13"/>
          <p:cNvSpPr/>
          <p:nvPr/>
        </p:nvSpPr>
        <p:spPr>
          <a:xfrm>
            <a:off x="6210144"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7" name="Google Shape;477;p13"/>
          <p:cNvSpPr/>
          <p:nvPr/>
        </p:nvSpPr>
        <p:spPr>
          <a:xfrm>
            <a:off x="6362540"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8" name="Google Shape;478;p13"/>
          <p:cNvSpPr/>
          <p:nvPr/>
        </p:nvSpPr>
        <p:spPr>
          <a:xfrm>
            <a:off x="6514937"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9" name="Google Shape;479;p13"/>
          <p:cNvSpPr/>
          <p:nvPr/>
        </p:nvSpPr>
        <p:spPr>
          <a:xfrm>
            <a:off x="6667333"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0" name="Google Shape;480;p13"/>
          <p:cNvSpPr/>
          <p:nvPr/>
        </p:nvSpPr>
        <p:spPr>
          <a:xfrm>
            <a:off x="6819729" y="7048500"/>
            <a:ext cx="76198" cy="76200"/>
          </a:xfrm>
          <a:prstGeom prst="roundRect">
            <a:avLst>
              <a:gd name="adj" fmla="val 249975000"/>
            </a:avLst>
          </a:prstGeom>
          <a:solidFill>
            <a:srgbClr val="1284B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481" name="Google Shape;481;p13"/>
          <p:cNvGrpSpPr/>
          <p:nvPr/>
        </p:nvGrpSpPr>
        <p:grpSpPr>
          <a:xfrm>
            <a:off x="4400287" y="1574407"/>
            <a:ext cx="4375354" cy="4177341"/>
            <a:chOff x="4633708" y="2022121"/>
            <a:chExt cx="2924583" cy="2812836"/>
          </a:xfrm>
        </p:grpSpPr>
        <p:pic>
          <p:nvPicPr>
            <p:cNvPr id="482" name="Google Shape;482;p13"/>
            <p:cNvPicPr preferRelativeResize="0"/>
            <p:nvPr/>
          </p:nvPicPr>
          <p:blipFill rotWithShape="1">
            <a:blip r:embed="rId4">
              <a:alphaModFix/>
            </a:blip>
            <a:srcRect/>
            <a:stretch/>
          </p:blipFill>
          <p:spPr>
            <a:xfrm>
              <a:off x="4633708" y="2047682"/>
              <a:ext cx="2924583" cy="2762636"/>
            </a:xfrm>
            <a:prstGeom prst="rect">
              <a:avLst/>
            </a:prstGeom>
            <a:noFill/>
            <a:ln>
              <a:noFill/>
            </a:ln>
          </p:spPr>
        </p:pic>
        <p:sp>
          <p:nvSpPr>
            <p:cNvPr id="483" name="Google Shape;483;p13"/>
            <p:cNvSpPr/>
            <p:nvPr/>
          </p:nvSpPr>
          <p:spPr>
            <a:xfrm>
              <a:off x="6000751" y="2022121"/>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4" name="Google Shape;484;p13"/>
            <p:cNvSpPr/>
            <p:nvPr/>
          </p:nvSpPr>
          <p:spPr>
            <a:xfrm>
              <a:off x="5602545" y="2060087"/>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5" name="Google Shape;485;p13"/>
            <p:cNvSpPr/>
            <p:nvPr/>
          </p:nvSpPr>
          <p:spPr>
            <a:xfrm>
              <a:off x="5990226" y="2446269"/>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6" name="Google Shape;486;p13"/>
            <p:cNvSpPr/>
            <p:nvPr/>
          </p:nvSpPr>
          <p:spPr>
            <a:xfrm>
              <a:off x="6009489" y="3304058"/>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7" name="Google Shape;487;p13"/>
            <p:cNvSpPr/>
            <p:nvPr/>
          </p:nvSpPr>
          <p:spPr>
            <a:xfrm>
              <a:off x="4747137" y="2954822"/>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8" name="Google Shape;488;p13"/>
            <p:cNvSpPr/>
            <p:nvPr/>
          </p:nvSpPr>
          <p:spPr>
            <a:xfrm>
              <a:off x="7254370" y="2954821"/>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9" name="Google Shape;489;p13"/>
            <p:cNvSpPr/>
            <p:nvPr/>
          </p:nvSpPr>
          <p:spPr>
            <a:xfrm>
              <a:off x="6859210" y="3333750"/>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0" name="Google Shape;490;p13"/>
            <p:cNvSpPr/>
            <p:nvPr/>
          </p:nvSpPr>
          <p:spPr>
            <a:xfrm>
              <a:off x="6416703" y="4607415"/>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1" name="Google Shape;491;p13"/>
            <p:cNvSpPr/>
            <p:nvPr/>
          </p:nvSpPr>
          <p:spPr>
            <a:xfrm>
              <a:off x="6000751" y="4644458"/>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2" name="Google Shape;492;p13"/>
            <p:cNvSpPr/>
            <p:nvPr/>
          </p:nvSpPr>
          <p:spPr>
            <a:xfrm>
              <a:off x="5584799" y="4549208"/>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3" name="Google Shape;493;p13"/>
            <p:cNvSpPr/>
            <p:nvPr/>
          </p:nvSpPr>
          <p:spPr>
            <a:xfrm>
              <a:off x="5169103" y="3333750"/>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494" name="Google Shape;494;p13"/>
          <p:cNvSpPr/>
          <p:nvPr/>
        </p:nvSpPr>
        <p:spPr>
          <a:xfrm>
            <a:off x="6453089" y="4226512"/>
            <a:ext cx="284992" cy="282910"/>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 name="Date Placeholder 6">
            <a:extLst>
              <a:ext uri="{FF2B5EF4-FFF2-40B4-BE49-F238E27FC236}">
                <a16:creationId xmlns:a16="http://schemas.microsoft.com/office/drawing/2014/main" id="{44CC2AEC-4EBC-E9F9-1B91-228606EDB010}"/>
              </a:ext>
            </a:extLst>
          </p:cNvPr>
          <p:cNvSpPr>
            <a:spLocks noGrp="1"/>
          </p:cNvSpPr>
          <p:nvPr>
            <p:ph type="dt" idx="10"/>
          </p:nvPr>
        </p:nvSpPr>
        <p:spPr>
          <a:xfrm>
            <a:off x="457200" y="6356350"/>
            <a:ext cx="2133600" cy="365125"/>
          </a:xfrm>
        </p:spPr>
        <p:txBody>
          <a:bodyPr/>
          <a:lstStyle/>
          <a:p>
            <a:fld id="{B39AE11E-A222-400F-9A18-9B74D19598D3}" type="datetime1">
              <a:rPr lang="en-US" smtClean="0"/>
              <a:t>3/7/2026</a:t>
            </a:fld>
            <a:endParaRPr lang="en-US" dirty="0"/>
          </a:p>
        </p:txBody>
      </p:sp>
      <p:sp>
        <p:nvSpPr>
          <p:cNvPr id="8" name="Slide Number Placeholder 7">
            <a:extLst>
              <a:ext uri="{FF2B5EF4-FFF2-40B4-BE49-F238E27FC236}">
                <a16:creationId xmlns:a16="http://schemas.microsoft.com/office/drawing/2014/main" id="{1060BF68-BE55-5357-216F-CCBE74C92D0A}"/>
              </a:ext>
            </a:extLst>
          </p:cNvPr>
          <p:cNvSpPr>
            <a:spLocks noGrp="1"/>
          </p:cNvSpPr>
          <p:nvPr>
            <p:ph type="sldNum" idx="12"/>
          </p:nvPr>
        </p:nvSpPr>
        <p:spPr>
          <a:xfrm>
            <a:off x="9601200" y="6351269"/>
            <a:ext cx="2133600" cy="365125"/>
          </a:xfrm>
        </p:spPr>
        <p:txBody>
          <a:bodyPr/>
          <a:lstStyle/>
          <a:p>
            <a:pPr marL="0" lvl="0" indent="0" algn="r" rtl="0">
              <a:spcBef>
                <a:spcPts val="0"/>
              </a:spcBef>
              <a:spcAft>
                <a:spcPts val="0"/>
              </a:spcAft>
              <a:buNone/>
            </a:pPr>
            <a:fld id="{00000000-1234-1234-1234-123412341234}" type="slidenum">
              <a:rPr lang="en-US" smtClean="0"/>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rgbClr val="FEFEFE"/>
            </a:gs>
            <a:gs pos="100000">
              <a:srgbClr val="F0F7FB"/>
            </a:gs>
          </a:gsLst>
          <a:lin ang="8100000" scaled="0"/>
        </a:gradFill>
        <a:effectLst/>
      </p:bgPr>
    </p:bg>
    <p:spTree>
      <p:nvGrpSpPr>
        <p:cNvPr id="1" name="Shape 499"/>
        <p:cNvGrpSpPr/>
        <p:nvPr/>
      </p:nvGrpSpPr>
      <p:grpSpPr>
        <a:xfrm>
          <a:off x="0" y="0"/>
          <a:ext cx="0" cy="0"/>
          <a:chOff x="0" y="0"/>
          <a:chExt cx="0" cy="0"/>
        </a:xfrm>
      </p:grpSpPr>
      <p:sp>
        <p:nvSpPr>
          <p:cNvPr id="500" name="Google Shape;500;p14"/>
          <p:cNvSpPr/>
          <p:nvPr/>
        </p:nvSpPr>
        <p:spPr>
          <a:xfrm>
            <a:off x="-11215" y="0"/>
            <a:ext cx="12191695" cy="724870"/>
          </a:xfrm>
          <a:prstGeom prst="rect">
            <a:avLst/>
          </a:prstGeom>
          <a:solidFill>
            <a:srgbClr val="1284BA">
              <a:alpha val="4705"/>
            </a:srgbClr>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501" name="Google Shape;501;p14"/>
          <p:cNvGrpSpPr/>
          <p:nvPr/>
        </p:nvGrpSpPr>
        <p:grpSpPr>
          <a:xfrm>
            <a:off x="363777" y="137706"/>
            <a:ext cx="2791045" cy="454483"/>
            <a:chOff x="609584" y="0"/>
            <a:chExt cx="2791045" cy="454483"/>
          </a:xfrm>
        </p:grpSpPr>
        <p:pic>
          <p:nvPicPr>
            <p:cNvPr id="502" name="Google Shape;502;p14" descr="image.png"/>
            <p:cNvPicPr preferRelativeResize="0"/>
            <p:nvPr/>
          </p:nvPicPr>
          <p:blipFill rotWithShape="1">
            <a:blip r:embed="rId3">
              <a:alphaModFix/>
            </a:blip>
            <a:srcRect/>
            <a:stretch/>
          </p:blipFill>
          <p:spPr>
            <a:xfrm>
              <a:off x="609584" y="16050"/>
              <a:ext cx="412971" cy="348898"/>
            </a:xfrm>
            <a:prstGeom prst="rect">
              <a:avLst/>
            </a:prstGeom>
            <a:noFill/>
            <a:ln>
              <a:noFill/>
            </a:ln>
          </p:spPr>
        </p:pic>
        <p:sp>
          <p:nvSpPr>
            <p:cNvPr id="503" name="Google Shape;503;p14"/>
            <p:cNvSpPr txBox="1"/>
            <p:nvPr/>
          </p:nvSpPr>
          <p:spPr>
            <a:xfrm>
              <a:off x="1104872" y="0"/>
              <a:ext cx="2295757" cy="454483"/>
            </a:xfrm>
            <a:prstGeom prst="rect">
              <a:avLst/>
            </a:prstGeom>
            <a:noFill/>
            <a:ln>
              <a:noFill/>
            </a:ln>
          </p:spPr>
          <p:txBody>
            <a:bodyPr spcFirstLastPara="1" wrap="square" lIns="73150" tIns="54850" rIns="73150" bIns="54850" anchor="ctr" anchorCtr="0">
              <a:spAutoFit/>
            </a:bodyPr>
            <a:lstStyle/>
            <a:p>
              <a:pPr marL="0" marR="0" lvl="0" indent="0" algn="l" rtl="0">
                <a:lnSpc>
                  <a:spcPct val="92857"/>
                </a:lnSpc>
                <a:spcBef>
                  <a:spcPts val="0"/>
                </a:spcBef>
                <a:spcAft>
                  <a:spcPts val="0"/>
                </a:spcAft>
                <a:buNone/>
              </a:pPr>
              <a:r>
                <a:rPr lang="en-US" sz="2800" b="1">
                  <a:solidFill>
                    <a:srgbClr val="1284BA"/>
                  </a:solidFill>
                  <a:latin typeface="Source Code Pro"/>
                  <a:ea typeface="Source Code Pro"/>
                  <a:cs typeface="Source Code Pro"/>
                  <a:sym typeface="Source Code Pro"/>
                </a:rPr>
                <a:t>Game Board</a:t>
              </a:r>
              <a:endParaRPr/>
            </a:p>
          </p:txBody>
        </p:sp>
      </p:grpSp>
      <p:sp>
        <p:nvSpPr>
          <p:cNvPr id="504" name="Google Shape;504;p14"/>
          <p:cNvSpPr txBox="1"/>
          <p:nvPr/>
        </p:nvSpPr>
        <p:spPr>
          <a:xfrm>
            <a:off x="5307383" y="1027632"/>
            <a:ext cx="2502087" cy="469716"/>
          </a:xfrm>
          <a:prstGeom prst="rect">
            <a:avLst/>
          </a:prstGeom>
          <a:noFill/>
          <a:ln>
            <a:noFill/>
          </a:ln>
        </p:spPr>
        <p:txBody>
          <a:bodyPr spcFirstLastPara="1" wrap="square" lIns="73150" tIns="54850" rIns="73150" bIns="54850" anchor="ctr" anchorCtr="0">
            <a:spAutoFit/>
          </a:bodyPr>
          <a:lstStyle/>
          <a:p>
            <a:pPr marL="0" marR="0" lvl="0" indent="0" algn="ctr" rtl="0">
              <a:lnSpc>
                <a:spcPct val="130434"/>
              </a:lnSpc>
              <a:spcBef>
                <a:spcPts val="0"/>
              </a:spcBef>
              <a:spcAft>
                <a:spcPts val="0"/>
              </a:spcAft>
              <a:buNone/>
            </a:pPr>
            <a:r>
              <a:rPr lang="en-US" sz="1794" b="1" dirty="0">
                <a:solidFill>
                  <a:schemeClr val="accent6"/>
                </a:solidFill>
                <a:latin typeface="Source Code Pro"/>
                <a:ea typeface="Source Code Pro"/>
                <a:cs typeface="Source Code Pro"/>
                <a:sym typeface="Source Code Pro"/>
              </a:rPr>
              <a:t>Red’s Fourth Move</a:t>
            </a:r>
            <a:endParaRPr dirty="0"/>
          </a:p>
        </p:txBody>
      </p:sp>
      <p:sp>
        <p:nvSpPr>
          <p:cNvPr id="505" name="Google Shape;505;p14"/>
          <p:cNvSpPr/>
          <p:nvPr/>
        </p:nvSpPr>
        <p:spPr>
          <a:xfrm>
            <a:off x="5295767"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6" name="Google Shape;506;p14"/>
          <p:cNvSpPr/>
          <p:nvPr/>
        </p:nvSpPr>
        <p:spPr>
          <a:xfrm>
            <a:off x="5448163"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7" name="Google Shape;507;p14"/>
          <p:cNvSpPr/>
          <p:nvPr/>
        </p:nvSpPr>
        <p:spPr>
          <a:xfrm>
            <a:off x="5600559"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8" name="Google Shape;508;p14"/>
          <p:cNvSpPr/>
          <p:nvPr/>
        </p:nvSpPr>
        <p:spPr>
          <a:xfrm>
            <a:off x="5752956"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9" name="Google Shape;509;p14"/>
          <p:cNvSpPr/>
          <p:nvPr/>
        </p:nvSpPr>
        <p:spPr>
          <a:xfrm>
            <a:off x="5905352"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0" name="Google Shape;510;p14"/>
          <p:cNvSpPr/>
          <p:nvPr/>
        </p:nvSpPr>
        <p:spPr>
          <a:xfrm>
            <a:off x="6057748"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1" name="Google Shape;511;p14"/>
          <p:cNvSpPr/>
          <p:nvPr/>
        </p:nvSpPr>
        <p:spPr>
          <a:xfrm>
            <a:off x="6210144"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2" name="Google Shape;512;p14"/>
          <p:cNvSpPr/>
          <p:nvPr/>
        </p:nvSpPr>
        <p:spPr>
          <a:xfrm>
            <a:off x="6362540"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3" name="Google Shape;513;p14"/>
          <p:cNvSpPr/>
          <p:nvPr/>
        </p:nvSpPr>
        <p:spPr>
          <a:xfrm>
            <a:off x="6514937"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4" name="Google Shape;514;p14"/>
          <p:cNvSpPr/>
          <p:nvPr/>
        </p:nvSpPr>
        <p:spPr>
          <a:xfrm>
            <a:off x="6667333"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5" name="Google Shape;515;p14"/>
          <p:cNvSpPr/>
          <p:nvPr/>
        </p:nvSpPr>
        <p:spPr>
          <a:xfrm>
            <a:off x="6819729" y="7048500"/>
            <a:ext cx="76198" cy="76200"/>
          </a:xfrm>
          <a:prstGeom prst="roundRect">
            <a:avLst>
              <a:gd name="adj" fmla="val 249975000"/>
            </a:avLst>
          </a:prstGeom>
          <a:solidFill>
            <a:srgbClr val="1284B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516" name="Google Shape;516;p14"/>
          <p:cNvGrpSpPr/>
          <p:nvPr/>
        </p:nvGrpSpPr>
        <p:grpSpPr>
          <a:xfrm>
            <a:off x="4400287" y="1574407"/>
            <a:ext cx="4375354" cy="4177341"/>
            <a:chOff x="4633708" y="2022121"/>
            <a:chExt cx="2924583" cy="2812836"/>
          </a:xfrm>
        </p:grpSpPr>
        <p:pic>
          <p:nvPicPr>
            <p:cNvPr id="517" name="Google Shape;517;p14"/>
            <p:cNvPicPr preferRelativeResize="0"/>
            <p:nvPr/>
          </p:nvPicPr>
          <p:blipFill rotWithShape="1">
            <a:blip r:embed="rId4">
              <a:alphaModFix/>
            </a:blip>
            <a:srcRect/>
            <a:stretch/>
          </p:blipFill>
          <p:spPr>
            <a:xfrm>
              <a:off x="4633708" y="2047682"/>
              <a:ext cx="2924583" cy="2762636"/>
            </a:xfrm>
            <a:prstGeom prst="rect">
              <a:avLst/>
            </a:prstGeom>
            <a:noFill/>
            <a:ln>
              <a:noFill/>
            </a:ln>
          </p:spPr>
        </p:pic>
        <p:sp>
          <p:nvSpPr>
            <p:cNvPr id="518" name="Google Shape;518;p14"/>
            <p:cNvSpPr/>
            <p:nvPr/>
          </p:nvSpPr>
          <p:spPr>
            <a:xfrm>
              <a:off x="6000751" y="2022121"/>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9" name="Google Shape;519;p14"/>
            <p:cNvSpPr/>
            <p:nvPr/>
          </p:nvSpPr>
          <p:spPr>
            <a:xfrm>
              <a:off x="5602545" y="2060087"/>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0" name="Google Shape;520;p14"/>
            <p:cNvSpPr/>
            <p:nvPr/>
          </p:nvSpPr>
          <p:spPr>
            <a:xfrm>
              <a:off x="5990226" y="2446269"/>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1" name="Google Shape;521;p14"/>
            <p:cNvSpPr/>
            <p:nvPr/>
          </p:nvSpPr>
          <p:spPr>
            <a:xfrm>
              <a:off x="6009489" y="3304058"/>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2" name="Google Shape;522;p14"/>
            <p:cNvSpPr/>
            <p:nvPr/>
          </p:nvSpPr>
          <p:spPr>
            <a:xfrm>
              <a:off x="4747137" y="2954822"/>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3" name="Google Shape;523;p14"/>
            <p:cNvSpPr/>
            <p:nvPr/>
          </p:nvSpPr>
          <p:spPr>
            <a:xfrm>
              <a:off x="7254370" y="2954821"/>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4" name="Google Shape;524;p14"/>
            <p:cNvSpPr/>
            <p:nvPr/>
          </p:nvSpPr>
          <p:spPr>
            <a:xfrm>
              <a:off x="6859210" y="3333750"/>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5" name="Google Shape;525;p14"/>
            <p:cNvSpPr/>
            <p:nvPr/>
          </p:nvSpPr>
          <p:spPr>
            <a:xfrm>
              <a:off x="6416703" y="4607415"/>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6" name="Google Shape;526;p14"/>
            <p:cNvSpPr/>
            <p:nvPr/>
          </p:nvSpPr>
          <p:spPr>
            <a:xfrm>
              <a:off x="6000751" y="4644458"/>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7" name="Google Shape;527;p14"/>
            <p:cNvSpPr/>
            <p:nvPr/>
          </p:nvSpPr>
          <p:spPr>
            <a:xfrm>
              <a:off x="5584799" y="4549208"/>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8" name="Google Shape;528;p14"/>
            <p:cNvSpPr/>
            <p:nvPr/>
          </p:nvSpPr>
          <p:spPr>
            <a:xfrm>
              <a:off x="5524832" y="3339953"/>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529" name="Google Shape;529;p14"/>
          <p:cNvSpPr/>
          <p:nvPr/>
        </p:nvSpPr>
        <p:spPr>
          <a:xfrm>
            <a:off x="6453089" y="4226512"/>
            <a:ext cx="284992" cy="282910"/>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 name="Date Placeholder 6">
            <a:extLst>
              <a:ext uri="{FF2B5EF4-FFF2-40B4-BE49-F238E27FC236}">
                <a16:creationId xmlns:a16="http://schemas.microsoft.com/office/drawing/2014/main" id="{F02C4BA1-2342-3426-D027-94321EE1554E}"/>
              </a:ext>
            </a:extLst>
          </p:cNvPr>
          <p:cNvSpPr>
            <a:spLocks noGrp="1"/>
          </p:cNvSpPr>
          <p:nvPr>
            <p:ph type="dt" idx="10"/>
          </p:nvPr>
        </p:nvSpPr>
        <p:spPr>
          <a:xfrm>
            <a:off x="457200" y="6356350"/>
            <a:ext cx="2133600" cy="365125"/>
          </a:xfrm>
        </p:spPr>
        <p:txBody>
          <a:bodyPr/>
          <a:lstStyle/>
          <a:p>
            <a:fld id="{B39AE11E-A222-400F-9A18-9B74D19598D3}" type="datetime1">
              <a:rPr lang="en-US" smtClean="0"/>
              <a:t>3/7/2026</a:t>
            </a:fld>
            <a:endParaRPr lang="en-US" dirty="0"/>
          </a:p>
        </p:txBody>
      </p:sp>
      <p:sp>
        <p:nvSpPr>
          <p:cNvPr id="8" name="Slide Number Placeholder 7">
            <a:extLst>
              <a:ext uri="{FF2B5EF4-FFF2-40B4-BE49-F238E27FC236}">
                <a16:creationId xmlns:a16="http://schemas.microsoft.com/office/drawing/2014/main" id="{F60DA378-13B9-F214-C627-FB5794E5BA6D}"/>
              </a:ext>
            </a:extLst>
          </p:cNvPr>
          <p:cNvSpPr>
            <a:spLocks noGrp="1"/>
          </p:cNvSpPr>
          <p:nvPr>
            <p:ph type="sldNum" idx="12"/>
          </p:nvPr>
        </p:nvSpPr>
        <p:spPr>
          <a:xfrm>
            <a:off x="9601200" y="6351269"/>
            <a:ext cx="2133600" cy="365125"/>
          </a:xfrm>
        </p:spPr>
        <p:txBody>
          <a:bodyPr/>
          <a:lstStyle/>
          <a:p>
            <a:pPr marL="0" lvl="0" indent="0" algn="r" rtl="0">
              <a:spcBef>
                <a:spcPts val="0"/>
              </a:spcBef>
              <a:spcAft>
                <a:spcPts val="0"/>
              </a:spcAft>
              <a:buNone/>
            </a:pPr>
            <a:fld id="{00000000-1234-1234-1234-123412341234}" type="slidenum">
              <a:rPr lang="en-US" smtClean="0"/>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rgbClr val="FEFEFE"/>
            </a:gs>
            <a:gs pos="100000">
              <a:srgbClr val="F0F7FB"/>
            </a:gs>
          </a:gsLst>
          <a:lin ang="8100000" scaled="0"/>
        </a:gradFill>
        <a:effectLst/>
      </p:bgPr>
    </p:bg>
    <p:spTree>
      <p:nvGrpSpPr>
        <p:cNvPr id="1" name="Shape 534"/>
        <p:cNvGrpSpPr/>
        <p:nvPr/>
      </p:nvGrpSpPr>
      <p:grpSpPr>
        <a:xfrm>
          <a:off x="0" y="0"/>
          <a:ext cx="0" cy="0"/>
          <a:chOff x="0" y="0"/>
          <a:chExt cx="0" cy="0"/>
        </a:xfrm>
      </p:grpSpPr>
      <p:sp>
        <p:nvSpPr>
          <p:cNvPr id="535" name="Google Shape;535;p15"/>
          <p:cNvSpPr/>
          <p:nvPr/>
        </p:nvSpPr>
        <p:spPr>
          <a:xfrm>
            <a:off x="-11215" y="0"/>
            <a:ext cx="12191695" cy="724870"/>
          </a:xfrm>
          <a:prstGeom prst="rect">
            <a:avLst/>
          </a:prstGeom>
          <a:solidFill>
            <a:srgbClr val="1284BA">
              <a:alpha val="4705"/>
            </a:srgbClr>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536" name="Google Shape;536;p15"/>
          <p:cNvGrpSpPr/>
          <p:nvPr/>
        </p:nvGrpSpPr>
        <p:grpSpPr>
          <a:xfrm>
            <a:off x="363777" y="137706"/>
            <a:ext cx="2791045" cy="454483"/>
            <a:chOff x="609584" y="0"/>
            <a:chExt cx="2791045" cy="454483"/>
          </a:xfrm>
        </p:grpSpPr>
        <p:pic>
          <p:nvPicPr>
            <p:cNvPr id="537" name="Google Shape;537;p15" descr="image.png"/>
            <p:cNvPicPr preferRelativeResize="0"/>
            <p:nvPr/>
          </p:nvPicPr>
          <p:blipFill rotWithShape="1">
            <a:blip r:embed="rId3">
              <a:alphaModFix/>
            </a:blip>
            <a:srcRect/>
            <a:stretch/>
          </p:blipFill>
          <p:spPr>
            <a:xfrm>
              <a:off x="609584" y="16050"/>
              <a:ext cx="412971" cy="348898"/>
            </a:xfrm>
            <a:prstGeom prst="rect">
              <a:avLst/>
            </a:prstGeom>
            <a:noFill/>
            <a:ln>
              <a:noFill/>
            </a:ln>
          </p:spPr>
        </p:pic>
        <p:sp>
          <p:nvSpPr>
            <p:cNvPr id="538" name="Google Shape;538;p15"/>
            <p:cNvSpPr txBox="1"/>
            <p:nvPr/>
          </p:nvSpPr>
          <p:spPr>
            <a:xfrm>
              <a:off x="1104872" y="0"/>
              <a:ext cx="2295757" cy="454483"/>
            </a:xfrm>
            <a:prstGeom prst="rect">
              <a:avLst/>
            </a:prstGeom>
            <a:noFill/>
            <a:ln>
              <a:noFill/>
            </a:ln>
          </p:spPr>
          <p:txBody>
            <a:bodyPr spcFirstLastPara="1" wrap="square" lIns="73150" tIns="54850" rIns="73150" bIns="54850" anchor="ctr" anchorCtr="0">
              <a:spAutoFit/>
            </a:bodyPr>
            <a:lstStyle/>
            <a:p>
              <a:pPr marL="0" marR="0" lvl="0" indent="0" algn="l" rtl="0">
                <a:lnSpc>
                  <a:spcPct val="92857"/>
                </a:lnSpc>
                <a:spcBef>
                  <a:spcPts val="0"/>
                </a:spcBef>
                <a:spcAft>
                  <a:spcPts val="0"/>
                </a:spcAft>
                <a:buNone/>
              </a:pPr>
              <a:r>
                <a:rPr lang="en-US" sz="2800" b="1">
                  <a:solidFill>
                    <a:srgbClr val="1284BA"/>
                  </a:solidFill>
                  <a:latin typeface="Source Code Pro"/>
                  <a:ea typeface="Source Code Pro"/>
                  <a:cs typeface="Source Code Pro"/>
                  <a:sym typeface="Source Code Pro"/>
                </a:rPr>
                <a:t>Game Board</a:t>
              </a:r>
              <a:endParaRPr/>
            </a:p>
          </p:txBody>
        </p:sp>
      </p:grpSp>
      <p:sp>
        <p:nvSpPr>
          <p:cNvPr id="540" name="Google Shape;540;p15"/>
          <p:cNvSpPr/>
          <p:nvPr/>
        </p:nvSpPr>
        <p:spPr>
          <a:xfrm>
            <a:off x="5295767"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41" name="Google Shape;541;p15"/>
          <p:cNvSpPr/>
          <p:nvPr/>
        </p:nvSpPr>
        <p:spPr>
          <a:xfrm>
            <a:off x="5448163"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42" name="Google Shape;542;p15"/>
          <p:cNvSpPr/>
          <p:nvPr/>
        </p:nvSpPr>
        <p:spPr>
          <a:xfrm>
            <a:off x="5600559"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43" name="Google Shape;543;p15"/>
          <p:cNvSpPr/>
          <p:nvPr/>
        </p:nvSpPr>
        <p:spPr>
          <a:xfrm>
            <a:off x="5752956"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44" name="Google Shape;544;p15"/>
          <p:cNvSpPr/>
          <p:nvPr/>
        </p:nvSpPr>
        <p:spPr>
          <a:xfrm>
            <a:off x="5905352"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45" name="Google Shape;545;p15"/>
          <p:cNvSpPr/>
          <p:nvPr/>
        </p:nvSpPr>
        <p:spPr>
          <a:xfrm>
            <a:off x="6057748"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46" name="Google Shape;546;p15"/>
          <p:cNvSpPr/>
          <p:nvPr/>
        </p:nvSpPr>
        <p:spPr>
          <a:xfrm>
            <a:off x="6210144"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47" name="Google Shape;547;p15"/>
          <p:cNvSpPr/>
          <p:nvPr/>
        </p:nvSpPr>
        <p:spPr>
          <a:xfrm>
            <a:off x="6362540"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48" name="Google Shape;548;p15"/>
          <p:cNvSpPr/>
          <p:nvPr/>
        </p:nvSpPr>
        <p:spPr>
          <a:xfrm>
            <a:off x="6514937"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49" name="Google Shape;549;p15"/>
          <p:cNvSpPr/>
          <p:nvPr/>
        </p:nvSpPr>
        <p:spPr>
          <a:xfrm>
            <a:off x="6667333"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0" name="Google Shape;550;p15"/>
          <p:cNvSpPr/>
          <p:nvPr/>
        </p:nvSpPr>
        <p:spPr>
          <a:xfrm>
            <a:off x="6819729" y="7048500"/>
            <a:ext cx="76198" cy="76200"/>
          </a:xfrm>
          <a:prstGeom prst="roundRect">
            <a:avLst>
              <a:gd name="adj" fmla="val 249975000"/>
            </a:avLst>
          </a:prstGeom>
          <a:solidFill>
            <a:srgbClr val="1284B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551" name="Google Shape;551;p15"/>
          <p:cNvGrpSpPr/>
          <p:nvPr/>
        </p:nvGrpSpPr>
        <p:grpSpPr>
          <a:xfrm>
            <a:off x="4400287" y="1574407"/>
            <a:ext cx="4375354" cy="4177341"/>
            <a:chOff x="4633708" y="2022121"/>
            <a:chExt cx="2924583" cy="2812836"/>
          </a:xfrm>
        </p:grpSpPr>
        <p:pic>
          <p:nvPicPr>
            <p:cNvPr id="552" name="Google Shape;552;p15"/>
            <p:cNvPicPr preferRelativeResize="0"/>
            <p:nvPr/>
          </p:nvPicPr>
          <p:blipFill rotWithShape="1">
            <a:blip r:embed="rId4">
              <a:alphaModFix/>
            </a:blip>
            <a:srcRect/>
            <a:stretch/>
          </p:blipFill>
          <p:spPr>
            <a:xfrm>
              <a:off x="4633708" y="2047682"/>
              <a:ext cx="2924583" cy="2762636"/>
            </a:xfrm>
            <a:prstGeom prst="rect">
              <a:avLst/>
            </a:prstGeom>
            <a:noFill/>
            <a:ln>
              <a:noFill/>
            </a:ln>
          </p:spPr>
        </p:pic>
        <p:sp>
          <p:nvSpPr>
            <p:cNvPr id="553" name="Google Shape;553;p15"/>
            <p:cNvSpPr/>
            <p:nvPr/>
          </p:nvSpPr>
          <p:spPr>
            <a:xfrm>
              <a:off x="6000751" y="2022121"/>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4" name="Google Shape;554;p15"/>
            <p:cNvSpPr/>
            <p:nvPr/>
          </p:nvSpPr>
          <p:spPr>
            <a:xfrm>
              <a:off x="5602545" y="2060087"/>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5" name="Google Shape;555;p15"/>
            <p:cNvSpPr/>
            <p:nvPr/>
          </p:nvSpPr>
          <p:spPr>
            <a:xfrm>
              <a:off x="5996254" y="2836995"/>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6" name="Google Shape;556;p15"/>
            <p:cNvSpPr/>
            <p:nvPr/>
          </p:nvSpPr>
          <p:spPr>
            <a:xfrm>
              <a:off x="6009489" y="3304058"/>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7" name="Google Shape;557;p15"/>
            <p:cNvSpPr/>
            <p:nvPr/>
          </p:nvSpPr>
          <p:spPr>
            <a:xfrm>
              <a:off x="4747137" y="2954822"/>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8" name="Google Shape;558;p15"/>
            <p:cNvSpPr/>
            <p:nvPr/>
          </p:nvSpPr>
          <p:spPr>
            <a:xfrm>
              <a:off x="7254370" y="2954821"/>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9" name="Google Shape;559;p15"/>
            <p:cNvSpPr/>
            <p:nvPr/>
          </p:nvSpPr>
          <p:spPr>
            <a:xfrm>
              <a:off x="6859210" y="3333750"/>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60" name="Google Shape;560;p15"/>
            <p:cNvSpPr/>
            <p:nvPr/>
          </p:nvSpPr>
          <p:spPr>
            <a:xfrm>
              <a:off x="6416703" y="4607415"/>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61" name="Google Shape;561;p15"/>
            <p:cNvSpPr/>
            <p:nvPr/>
          </p:nvSpPr>
          <p:spPr>
            <a:xfrm>
              <a:off x="6000751" y="4644458"/>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62" name="Google Shape;562;p15"/>
            <p:cNvSpPr/>
            <p:nvPr/>
          </p:nvSpPr>
          <p:spPr>
            <a:xfrm>
              <a:off x="5584799" y="4549208"/>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63" name="Google Shape;563;p15"/>
            <p:cNvSpPr/>
            <p:nvPr/>
          </p:nvSpPr>
          <p:spPr>
            <a:xfrm>
              <a:off x="5524832" y="3339953"/>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564" name="Google Shape;564;p15"/>
          <p:cNvSpPr/>
          <p:nvPr/>
        </p:nvSpPr>
        <p:spPr>
          <a:xfrm>
            <a:off x="6453089" y="4226512"/>
            <a:ext cx="284992" cy="282910"/>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 name="Google Shape;504;p14">
            <a:extLst>
              <a:ext uri="{FF2B5EF4-FFF2-40B4-BE49-F238E27FC236}">
                <a16:creationId xmlns:a16="http://schemas.microsoft.com/office/drawing/2014/main" id="{060B590C-B64E-4DFA-851C-7D8B7C61915D}"/>
              </a:ext>
            </a:extLst>
          </p:cNvPr>
          <p:cNvSpPr txBox="1"/>
          <p:nvPr/>
        </p:nvSpPr>
        <p:spPr>
          <a:xfrm>
            <a:off x="5307383" y="1024483"/>
            <a:ext cx="2864552" cy="469716"/>
          </a:xfrm>
          <a:prstGeom prst="rect">
            <a:avLst/>
          </a:prstGeom>
          <a:noFill/>
          <a:ln>
            <a:noFill/>
          </a:ln>
        </p:spPr>
        <p:txBody>
          <a:bodyPr spcFirstLastPara="1" wrap="square" lIns="73150" tIns="54850" rIns="73150" bIns="54850" anchor="ctr" anchorCtr="0">
            <a:spAutoFit/>
          </a:bodyPr>
          <a:lstStyle/>
          <a:p>
            <a:pPr marL="0" marR="0" lvl="0" indent="0" algn="ctr" rtl="0">
              <a:lnSpc>
                <a:spcPct val="130434"/>
              </a:lnSpc>
              <a:spcBef>
                <a:spcPts val="0"/>
              </a:spcBef>
              <a:spcAft>
                <a:spcPts val="0"/>
              </a:spcAft>
              <a:buNone/>
            </a:pPr>
            <a:r>
              <a:rPr lang="en-US" sz="1794" b="1" dirty="0">
                <a:solidFill>
                  <a:srgbClr val="0070C0"/>
                </a:solidFill>
                <a:latin typeface="Source Code Pro"/>
                <a:ea typeface="Source Code Pro"/>
                <a:cs typeface="Source Code Pro"/>
                <a:sym typeface="Source Code Pro"/>
              </a:rPr>
              <a:t>Green’s Fourth Move</a:t>
            </a:r>
            <a:endParaRPr dirty="0">
              <a:solidFill>
                <a:srgbClr val="0070C0"/>
              </a:solidFill>
            </a:endParaRPr>
          </a:p>
        </p:txBody>
      </p:sp>
      <p:sp>
        <p:nvSpPr>
          <p:cNvPr id="7" name="Date Placeholder 6">
            <a:extLst>
              <a:ext uri="{FF2B5EF4-FFF2-40B4-BE49-F238E27FC236}">
                <a16:creationId xmlns:a16="http://schemas.microsoft.com/office/drawing/2014/main" id="{924E9537-81A4-51D8-7CAC-37043AEC132B}"/>
              </a:ext>
            </a:extLst>
          </p:cNvPr>
          <p:cNvSpPr>
            <a:spLocks noGrp="1"/>
          </p:cNvSpPr>
          <p:nvPr>
            <p:ph type="dt" idx="10"/>
          </p:nvPr>
        </p:nvSpPr>
        <p:spPr>
          <a:xfrm>
            <a:off x="457200" y="6356350"/>
            <a:ext cx="2133600" cy="365125"/>
          </a:xfrm>
        </p:spPr>
        <p:txBody>
          <a:bodyPr/>
          <a:lstStyle/>
          <a:p>
            <a:fld id="{B39AE11E-A222-400F-9A18-9B74D19598D3}" type="datetime1">
              <a:rPr lang="en-US" smtClean="0"/>
              <a:t>3/7/2026</a:t>
            </a:fld>
            <a:endParaRPr lang="en-US" dirty="0"/>
          </a:p>
        </p:txBody>
      </p:sp>
      <p:sp>
        <p:nvSpPr>
          <p:cNvPr id="8" name="Slide Number Placeholder 7">
            <a:extLst>
              <a:ext uri="{FF2B5EF4-FFF2-40B4-BE49-F238E27FC236}">
                <a16:creationId xmlns:a16="http://schemas.microsoft.com/office/drawing/2014/main" id="{4C1F92B1-CDCC-C737-460C-A9346051CCA0}"/>
              </a:ext>
            </a:extLst>
          </p:cNvPr>
          <p:cNvSpPr>
            <a:spLocks noGrp="1"/>
          </p:cNvSpPr>
          <p:nvPr>
            <p:ph type="sldNum" idx="12"/>
          </p:nvPr>
        </p:nvSpPr>
        <p:spPr>
          <a:xfrm>
            <a:off x="9601200" y="6351269"/>
            <a:ext cx="2133600" cy="365125"/>
          </a:xfrm>
        </p:spPr>
        <p:txBody>
          <a:bodyPr/>
          <a:lstStyle/>
          <a:p>
            <a:pPr marL="0" lvl="0" indent="0" algn="r" rtl="0">
              <a:spcBef>
                <a:spcPts val="0"/>
              </a:spcBef>
              <a:spcAft>
                <a:spcPts val="0"/>
              </a:spcAft>
              <a:buNone/>
            </a:pPr>
            <a:fld id="{00000000-1234-1234-1234-123412341234}" type="slidenum">
              <a:rPr lang="en-US" smtClean="0"/>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rgbClr val="FEFEFE"/>
            </a:gs>
            <a:gs pos="100000">
              <a:srgbClr val="F0F7FB"/>
            </a:gs>
          </a:gsLst>
          <a:lin ang="8100000" scaled="0"/>
        </a:gradFill>
        <a:effectLst/>
      </p:bgPr>
    </p:bg>
    <p:spTree>
      <p:nvGrpSpPr>
        <p:cNvPr id="1" name="Shape 569"/>
        <p:cNvGrpSpPr/>
        <p:nvPr/>
      </p:nvGrpSpPr>
      <p:grpSpPr>
        <a:xfrm>
          <a:off x="0" y="0"/>
          <a:ext cx="0" cy="0"/>
          <a:chOff x="0" y="0"/>
          <a:chExt cx="0" cy="0"/>
        </a:xfrm>
      </p:grpSpPr>
      <p:sp>
        <p:nvSpPr>
          <p:cNvPr id="570" name="Google Shape;570;p16"/>
          <p:cNvSpPr/>
          <p:nvPr/>
        </p:nvSpPr>
        <p:spPr>
          <a:xfrm>
            <a:off x="-11215" y="0"/>
            <a:ext cx="12191695" cy="724870"/>
          </a:xfrm>
          <a:prstGeom prst="rect">
            <a:avLst/>
          </a:prstGeom>
          <a:solidFill>
            <a:srgbClr val="1284BA">
              <a:alpha val="4705"/>
            </a:srgbClr>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571" name="Google Shape;571;p16"/>
          <p:cNvGrpSpPr/>
          <p:nvPr/>
        </p:nvGrpSpPr>
        <p:grpSpPr>
          <a:xfrm>
            <a:off x="363777" y="137706"/>
            <a:ext cx="2791045" cy="454483"/>
            <a:chOff x="609584" y="0"/>
            <a:chExt cx="2791045" cy="454483"/>
          </a:xfrm>
        </p:grpSpPr>
        <p:pic>
          <p:nvPicPr>
            <p:cNvPr id="572" name="Google Shape;572;p16" descr="image.png"/>
            <p:cNvPicPr preferRelativeResize="0"/>
            <p:nvPr/>
          </p:nvPicPr>
          <p:blipFill rotWithShape="1">
            <a:blip r:embed="rId3">
              <a:alphaModFix/>
            </a:blip>
            <a:srcRect/>
            <a:stretch/>
          </p:blipFill>
          <p:spPr>
            <a:xfrm>
              <a:off x="609584" y="16050"/>
              <a:ext cx="412971" cy="348898"/>
            </a:xfrm>
            <a:prstGeom prst="rect">
              <a:avLst/>
            </a:prstGeom>
            <a:noFill/>
            <a:ln>
              <a:noFill/>
            </a:ln>
          </p:spPr>
        </p:pic>
        <p:sp>
          <p:nvSpPr>
            <p:cNvPr id="573" name="Google Shape;573;p16"/>
            <p:cNvSpPr txBox="1"/>
            <p:nvPr/>
          </p:nvSpPr>
          <p:spPr>
            <a:xfrm>
              <a:off x="1104872" y="0"/>
              <a:ext cx="2295757" cy="454483"/>
            </a:xfrm>
            <a:prstGeom prst="rect">
              <a:avLst/>
            </a:prstGeom>
            <a:noFill/>
            <a:ln>
              <a:noFill/>
            </a:ln>
          </p:spPr>
          <p:txBody>
            <a:bodyPr spcFirstLastPara="1" wrap="square" lIns="73150" tIns="54850" rIns="73150" bIns="54850" anchor="ctr" anchorCtr="0">
              <a:spAutoFit/>
            </a:bodyPr>
            <a:lstStyle/>
            <a:p>
              <a:pPr marL="0" marR="0" lvl="0" indent="0" algn="l" rtl="0">
                <a:lnSpc>
                  <a:spcPct val="92857"/>
                </a:lnSpc>
                <a:spcBef>
                  <a:spcPts val="0"/>
                </a:spcBef>
                <a:spcAft>
                  <a:spcPts val="0"/>
                </a:spcAft>
                <a:buNone/>
              </a:pPr>
              <a:r>
                <a:rPr lang="en-US" sz="2800" b="1">
                  <a:solidFill>
                    <a:srgbClr val="1284BA"/>
                  </a:solidFill>
                  <a:latin typeface="Source Code Pro"/>
                  <a:ea typeface="Source Code Pro"/>
                  <a:cs typeface="Source Code Pro"/>
                  <a:sym typeface="Source Code Pro"/>
                </a:rPr>
                <a:t>Game Board</a:t>
              </a:r>
              <a:endParaRPr/>
            </a:p>
          </p:txBody>
        </p:sp>
      </p:grpSp>
      <p:sp>
        <p:nvSpPr>
          <p:cNvPr id="575" name="Google Shape;575;p16"/>
          <p:cNvSpPr/>
          <p:nvPr/>
        </p:nvSpPr>
        <p:spPr>
          <a:xfrm>
            <a:off x="5295767"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76" name="Google Shape;576;p16"/>
          <p:cNvSpPr/>
          <p:nvPr/>
        </p:nvSpPr>
        <p:spPr>
          <a:xfrm>
            <a:off x="5448163"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77" name="Google Shape;577;p16"/>
          <p:cNvSpPr/>
          <p:nvPr/>
        </p:nvSpPr>
        <p:spPr>
          <a:xfrm>
            <a:off x="5600559"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78" name="Google Shape;578;p16"/>
          <p:cNvSpPr/>
          <p:nvPr/>
        </p:nvSpPr>
        <p:spPr>
          <a:xfrm>
            <a:off x="5752956"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79" name="Google Shape;579;p16"/>
          <p:cNvSpPr/>
          <p:nvPr/>
        </p:nvSpPr>
        <p:spPr>
          <a:xfrm>
            <a:off x="5905352"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80" name="Google Shape;580;p16"/>
          <p:cNvSpPr/>
          <p:nvPr/>
        </p:nvSpPr>
        <p:spPr>
          <a:xfrm>
            <a:off x="6057748"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81" name="Google Shape;581;p16"/>
          <p:cNvSpPr/>
          <p:nvPr/>
        </p:nvSpPr>
        <p:spPr>
          <a:xfrm>
            <a:off x="6210144"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82" name="Google Shape;582;p16"/>
          <p:cNvSpPr/>
          <p:nvPr/>
        </p:nvSpPr>
        <p:spPr>
          <a:xfrm>
            <a:off x="6362540"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83" name="Google Shape;583;p16"/>
          <p:cNvSpPr/>
          <p:nvPr/>
        </p:nvSpPr>
        <p:spPr>
          <a:xfrm>
            <a:off x="6514937"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84" name="Google Shape;584;p16"/>
          <p:cNvSpPr/>
          <p:nvPr/>
        </p:nvSpPr>
        <p:spPr>
          <a:xfrm>
            <a:off x="6667333"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85" name="Google Shape;585;p16"/>
          <p:cNvSpPr/>
          <p:nvPr/>
        </p:nvSpPr>
        <p:spPr>
          <a:xfrm>
            <a:off x="6819729" y="7048500"/>
            <a:ext cx="76198" cy="76200"/>
          </a:xfrm>
          <a:prstGeom prst="roundRect">
            <a:avLst>
              <a:gd name="adj" fmla="val 249975000"/>
            </a:avLst>
          </a:prstGeom>
          <a:solidFill>
            <a:srgbClr val="1284B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586" name="Google Shape;586;p16"/>
          <p:cNvGrpSpPr/>
          <p:nvPr/>
        </p:nvGrpSpPr>
        <p:grpSpPr>
          <a:xfrm>
            <a:off x="4400287" y="1574407"/>
            <a:ext cx="4375354" cy="4177341"/>
            <a:chOff x="4633708" y="2022121"/>
            <a:chExt cx="2924583" cy="2812836"/>
          </a:xfrm>
        </p:grpSpPr>
        <p:pic>
          <p:nvPicPr>
            <p:cNvPr id="587" name="Google Shape;587;p16"/>
            <p:cNvPicPr preferRelativeResize="0"/>
            <p:nvPr/>
          </p:nvPicPr>
          <p:blipFill rotWithShape="1">
            <a:blip r:embed="rId4">
              <a:alphaModFix/>
            </a:blip>
            <a:srcRect/>
            <a:stretch/>
          </p:blipFill>
          <p:spPr>
            <a:xfrm>
              <a:off x="4633708" y="2047682"/>
              <a:ext cx="2924583" cy="2762636"/>
            </a:xfrm>
            <a:prstGeom prst="rect">
              <a:avLst/>
            </a:prstGeom>
            <a:noFill/>
            <a:ln>
              <a:noFill/>
            </a:ln>
          </p:spPr>
        </p:pic>
        <p:sp>
          <p:nvSpPr>
            <p:cNvPr id="588" name="Google Shape;588;p16"/>
            <p:cNvSpPr/>
            <p:nvPr/>
          </p:nvSpPr>
          <p:spPr>
            <a:xfrm>
              <a:off x="6000751" y="2022121"/>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89" name="Google Shape;589;p16"/>
            <p:cNvSpPr/>
            <p:nvPr/>
          </p:nvSpPr>
          <p:spPr>
            <a:xfrm>
              <a:off x="5602545" y="2060087"/>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0" name="Google Shape;590;p16"/>
            <p:cNvSpPr/>
            <p:nvPr/>
          </p:nvSpPr>
          <p:spPr>
            <a:xfrm>
              <a:off x="5996254" y="2836995"/>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1" name="Google Shape;591;p16"/>
            <p:cNvSpPr/>
            <p:nvPr/>
          </p:nvSpPr>
          <p:spPr>
            <a:xfrm>
              <a:off x="6009489" y="3304058"/>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2" name="Google Shape;592;p16"/>
            <p:cNvSpPr/>
            <p:nvPr/>
          </p:nvSpPr>
          <p:spPr>
            <a:xfrm>
              <a:off x="4747137" y="2954822"/>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3" name="Google Shape;593;p16"/>
            <p:cNvSpPr/>
            <p:nvPr/>
          </p:nvSpPr>
          <p:spPr>
            <a:xfrm>
              <a:off x="7254370" y="2954821"/>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4" name="Google Shape;594;p16"/>
            <p:cNvSpPr/>
            <p:nvPr/>
          </p:nvSpPr>
          <p:spPr>
            <a:xfrm>
              <a:off x="6512783" y="3339953"/>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5" name="Google Shape;595;p16"/>
            <p:cNvSpPr/>
            <p:nvPr/>
          </p:nvSpPr>
          <p:spPr>
            <a:xfrm>
              <a:off x="6416703" y="4607415"/>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6" name="Google Shape;596;p16"/>
            <p:cNvSpPr/>
            <p:nvPr/>
          </p:nvSpPr>
          <p:spPr>
            <a:xfrm>
              <a:off x="6000751" y="4644458"/>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7" name="Google Shape;597;p16"/>
            <p:cNvSpPr/>
            <p:nvPr/>
          </p:nvSpPr>
          <p:spPr>
            <a:xfrm>
              <a:off x="5584799" y="4549208"/>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8" name="Google Shape;598;p16"/>
            <p:cNvSpPr/>
            <p:nvPr/>
          </p:nvSpPr>
          <p:spPr>
            <a:xfrm>
              <a:off x="5524832" y="3339953"/>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cxnSp>
        <p:nvCxnSpPr>
          <p:cNvPr id="599" name="Google Shape;599;p16"/>
          <p:cNvCxnSpPr/>
          <p:nvPr/>
        </p:nvCxnSpPr>
        <p:spPr>
          <a:xfrm rot="10800000" flipH="1">
            <a:off x="6773504" y="2106064"/>
            <a:ext cx="2033752" cy="1376382"/>
          </a:xfrm>
          <a:prstGeom prst="straightConnector1">
            <a:avLst/>
          </a:prstGeom>
          <a:noFill/>
          <a:ln w="25400" cap="flat" cmpd="sng">
            <a:solidFill>
              <a:srgbClr val="00B050"/>
            </a:solidFill>
            <a:prstDash val="solid"/>
            <a:round/>
            <a:headEnd type="none" w="sm" len="sm"/>
            <a:tailEnd type="triangle" w="med" len="med"/>
          </a:ln>
          <a:effectLst>
            <a:outerShdw blurRad="40000" dist="20000" dir="5400000" rotWithShape="0">
              <a:srgbClr val="000000">
                <a:alpha val="37647"/>
              </a:srgbClr>
            </a:outerShdw>
          </a:effectLst>
        </p:spPr>
      </p:cxnSp>
      <p:sp>
        <p:nvSpPr>
          <p:cNvPr id="600" name="Google Shape;600;p16"/>
          <p:cNvSpPr/>
          <p:nvPr/>
        </p:nvSpPr>
        <p:spPr>
          <a:xfrm>
            <a:off x="6453089" y="4226512"/>
            <a:ext cx="284992" cy="282910"/>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01" name="Google Shape;601;p16"/>
          <p:cNvSpPr txBox="1"/>
          <p:nvPr/>
        </p:nvSpPr>
        <p:spPr>
          <a:xfrm>
            <a:off x="8945338" y="1630790"/>
            <a:ext cx="2900516" cy="2246769"/>
          </a:xfrm>
          <a:prstGeom prst="rect">
            <a:avLst/>
          </a:prstGeom>
          <a:blipFill rotWithShape="1">
            <a:blip r:embed="rId5">
              <a:alphaModFix/>
            </a:blip>
            <a:tile tx="0" ty="0" sx="100000" sy="100000" flip="none" algn="tl"/>
          </a:blip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This green token is trapped because all its adjacent connected positions are occupied by three red tokens and one green token leaving no legal move available.</a:t>
            </a:r>
            <a:endParaRPr/>
          </a:p>
        </p:txBody>
      </p:sp>
      <p:sp>
        <p:nvSpPr>
          <p:cNvPr id="35" name="Google Shape;504;p14">
            <a:extLst>
              <a:ext uri="{FF2B5EF4-FFF2-40B4-BE49-F238E27FC236}">
                <a16:creationId xmlns:a16="http://schemas.microsoft.com/office/drawing/2014/main" id="{790D65D0-AC7E-4718-807B-A622943721FB}"/>
              </a:ext>
            </a:extLst>
          </p:cNvPr>
          <p:cNvSpPr txBox="1"/>
          <p:nvPr/>
        </p:nvSpPr>
        <p:spPr>
          <a:xfrm>
            <a:off x="5307383" y="1008007"/>
            <a:ext cx="2576228" cy="469716"/>
          </a:xfrm>
          <a:prstGeom prst="rect">
            <a:avLst/>
          </a:prstGeom>
          <a:noFill/>
          <a:ln>
            <a:noFill/>
          </a:ln>
        </p:spPr>
        <p:txBody>
          <a:bodyPr spcFirstLastPara="1" wrap="square" lIns="73150" tIns="54850" rIns="73150" bIns="54850" anchor="ctr" anchorCtr="0">
            <a:spAutoFit/>
          </a:bodyPr>
          <a:lstStyle/>
          <a:p>
            <a:pPr marL="0" marR="0" lvl="0" indent="0" algn="ctr" rtl="0">
              <a:lnSpc>
                <a:spcPct val="130434"/>
              </a:lnSpc>
              <a:spcBef>
                <a:spcPts val="0"/>
              </a:spcBef>
              <a:spcAft>
                <a:spcPts val="0"/>
              </a:spcAft>
              <a:buNone/>
            </a:pPr>
            <a:r>
              <a:rPr lang="en-US" sz="1794" b="1" dirty="0">
                <a:solidFill>
                  <a:schemeClr val="accent6"/>
                </a:solidFill>
                <a:latin typeface="Source Code Pro"/>
                <a:ea typeface="Source Code Pro"/>
                <a:cs typeface="Source Code Pro"/>
                <a:sym typeface="Source Code Pro"/>
              </a:rPr>
              <a:t>Red’s Fifth Move</a:t>
            </a:r>
            <a:endParaRPr dirty="0"/>
          </a:p>
        </p:txBody>
      </p:sp>
      <p:sp>
        <p:nvSpPr>
          <p:cNvPr id="7" name="Date Placeholder 6">
            <a:extLst>
              <a:ext uri="{FF2B5EF4-FFF2-40B4-BE49-F238E27FC236}">
                <a16:creationId xmlns:a16="http://schemas.microsoft.com/office/drawing/2014/main" id="{EE6453F2-808E-D317-6DC5-432893B07B0F}"/>
              </a:ext>
            </a:extLst>
          </p:cNvPr>
          <p:cNvSpPr>
            <a:spLocks noGrp="1"/>
          </p:cNvSpPr>
          <p:nvPr>
            <p:ph type="dt" idx="10"/>
          </p:nvPr>
        </p:nvSpPr>
        <p:spPr>
          <a:xfrm>
            <a:off x="457200" y="6356350"/>
            <a:ext cx="2133600" cy="365125"/>
          </a:xfrm>
        </p:spPr>
        <p:txBody>
          <a:bodyPr/>
          <a:lstStyle/>
          <a:p>
            <a:fld id="{B39AE11E-A222-400F-9A18-9B74D19598D3}" type="datetime1">
              <a:rPr lang="en-US" smtClean="0"/>
              <a:t>3/7/2026</a:t>
            </a:fld>
            <a:endParaRPr lang="en-US" dirty="0"/>
          </a:p>
        </p:txBody>
      </p:sp>
      <p:sp>
        <p:nvSpPr>
          <p:cNvPr id="8" name="Slide Number Placeholder 7">
            <a:extLst>
              <a:ext uri="{FF2B5EF4-FFF2-40B4-BE49-F238E27FC236}">
                <a16:creationId xmlns:a16="http://schemas.microsoft.com/office/drawing/2014/main" id="{3E748FC3-88DD-5D07-B9E0-B85D07745E4A}"/>
              </a:ext>
            </a:extLst>
          </p:cNvPr>
          <p:cNvSpPr>
            <a:spLocks noGrp="1"/>
          </p:cNvSpPr>
          <p:nvPr>
            <p:ph type="sldNum" idx="12"/>
          </p:nvPr>
        </p:nvSpPr>
        <p:spPr>
          <a:xfrm>
            <a:off x="9601200" y="6351269"/>
            <a:ext cx="2133600" cy="365125"/>
          </a:xfrm>
        </p:spPr>
        <p:txBody>
          <a:bodyPr/>
          <a:lstStyle/>
          <a:p>
            <a:pPr marL="0" lvl="0" indent="0" algn="r" rtl="0">
              <a:spcBef>
                <a:spcPts val="0"/>
              </a:spcBef>
              <a:spcAft>
                <a:spcPts val="0"/>
              </a:spcAft>
              <a:buNone/>
            </a:pPr>
            <a:fld id="{00000000-1234-1234-1234-123412341234}" type="slidenum">
              <a:rPr lang="en-US" smtClean="0"/>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rgbClr val="FEFEFE"/>
            </a:gs>
            <a:gs pos="100000">
              <a:srgbClr val="F0F7FB"/>
            </a:gs>
          </a:gsLst>
          <a:lin ang="8100000" scaled="0"/>
        </a:gradFill>
        <a:effectLst/>
      </p:bgPr>
    </p:bg>
    <p:spTree>
      <p:nvGrpSpPr>
        <p:cNvPr id="1" name="Shape 606"/>
        <p:cNvGrpSpPr/>
        <p:nvPr/>
      </p:nvGrpSpPr>
      <p:grpSpPr>
        <a:xfrm>
          <a:off x="0" y="0"/>
          <a:ext cx="0" cy="0"/>
          <a:chOff x="0" y="0"/>
          <a:chExt cx="0" cy="0"/>
        </a:xfrm>
      </p:grpSpPr>
      <p:sp>
        <p:nvSpPr>
          <p:cNvPr id="607" name="Google Shape;607;p17"/>
          <p:cNvSpPr/>
          <p:nvPr/>
        </p:nvSpPr>
        <p:spPr>
          <a:xfrm>
            <a:off x="-11215" y="0"/>
            <a:ext cx="12191695" cy="724870"/>
          </a:xfrm>
          <a:prstGeom prst="rect">
            <a:avLst/>
          </a:prstGeom>
          <a:solidFill>
            <a:srgbClr val="1284BA">
              <a:alpha val="4705"/>
            </a:srgbClr>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608" name="Google Shape;608;p17"/>
          <p:cNvGrpSpPr/>
          <p:nvPr/>
        </p:nvGrpSpPr>
        <p:grpSpPr>
          <a:xfrm>
            <a:off x="363777" y="137706"/>
            <a:ext cx="2791045" cy="454483"/>
            <a:chOff x="609584" y="0"/>
            <a:chExt cx="2791045" cy="454483"/>
          </a:xfrm>
        </p:grpSpPr>
        <p:pic>
          <p:nvPicPr>
            <p:cNvPr id="609" name="Google Shape;609;p17" descr="image.png"/>
            <p:cNvPicPr preferRelativeResize="0"/>
            <p:nvPr/>
          </p:nvPicPr>
          <p:blipFill rotWithShape="1">
            <a:blip r:embed="rId3">
              <a:alphaModFix/>
            </a:blip>
            <a:srcRect/>
            <a:stretch/>
          </p:blipFill>
          <p:spPr>
            <a:xfrm>
              <a:off x="609584" y="16050"/>
              <a:ext cx="412971" cy="348898"/>
            </a:xfrm>
            <a:prstGeom prst="rect">
              <a:avLst/>
            </a:prstGeom>
            <a:noFill/>
            <a:ln>
              <a:noFill/>
            </a:ln>
          </p:spPr>
        </p:pic>
        <p:sp>
          <p:nvSpPr>
            <p:cNvPr id="610" name="Google Shape;610;p17"/>
            <p:cNvSpPr txBox="1"/>
            <p:nvPr/>
          </p:nvSpPr>
          <p:spPr>
            <a:xfrm>
              <a:off x="1104872" y="0"/>
              <a:ext cx="2295757" cy="454483"/>
            </a:xfrm>
            <a:prstGeom prst="rect">
              <a:avLst/>
            </a:prstGeom>
            <a:noFill/>
            <a:ln>
              <a:noFill/>
            </a:ln>
          </p:spPr>
          <p:txBody>
            <a:bodyPr spcFirstLastPara="1" wrap="square" lIns="73150" tIns="54850" rIns="73150" bIns="54850" anchor="ctr" anchorCtr="0">
              <a:spAutoFit/>
            </a:bodyPr>
            <a:lstStyle/>
            <a:p>
              <a:pPr marL="0" marR="0" lvl="0" indent="0" algn="l" rtl="0">
                <a:lnSpc>
                  <a:spcPct val="92857"/>
                </a:lnSpc>
                <a:spcBef>
                  <a:spcPts val="0"/>
                </a:spcBef>
                <a:spcAft>
                  <a:spcPts val="0"/>
                </a:spcAft>
                <a:buNone/>
              </a:pPr>
              <a:r>
                <a:rPr lang="en-US" sz="2800" b="1">
                  <a:solidFill>
                    <a:srgbClr val="1284BA"/>
                  </a:solidFill>
                  <a:latin typeface="Source Code Pro"/>
                  <a:ea typeface="Source Code Pro"/>
                  <a:cs typeface="Source Code Pro"/>
                  <a:sym typeface="Source Code Pro"/>
                </a:rPr>
                <a:t>Game Board</a:t>
              </a:r>
              <a:endParaRPr/>
            </a:p>
          </p:txBody>
        </p:sp>
      </p:grpSp>
      <p:sp>
        <p:nvSpPr>
          <p:cNvPr id="611" name="Google Shape;611;p17"/>
          <p:cNvSpPr/>
          <p:nvPr/>
        </p:nvSpPr>
        <p:spPr>
          <a:xfrm>
            <a:off x="5295767"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2" name="Google Shape;612;p17"/>
          <p:cNvSpPr/>
          <p:nvPr/>
        </p:nvSpPr>
        <p:spPr>
          <a:xfrm>
            <a:off x="5448163"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3" name="Google Shape;613;p17"/>
          <p:cNvSpPr/>
          <p:nvPr/>
        </p:nvSpPr>
        <p:spPr>
          <a:xfrm>
            <a:off x="5600559"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4" name="Google Shape;614;p17"/>
          <p:cNvSpPr/>
          <p:nvPr/>
        </p:nvSpPr>
        <p:spPr>
          <a:xfrm>
            <a:off x="5752956"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5" name="Google Shape;615;p17"/>
          <p:cNvSpPr/>
          <p:nvPr/>
        </p:nvSpPr>
        <p:spPr>
          <a:xfrm>
            <a:off x="5905352"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6" name="Google Shape;616;p17"/>
          <p:cNvSpPr/>
          <p:nvPr/>
        </p:nvSpPr>
        <p:spPr>
          <a:xfrm>
            <a:off x="6057748"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7" name="Google Shape;617;p17"/>
          <p:cNvSpPr/>
          <p:nvPr/>
        </p:nvSpPr>
        <p:spPr>
          <a:xfrm>
            <a:off x="6210144"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8" name="Google Shape;618;p17"/>
          <p:cNvSpPr/>
          <p:nvPr/>
        </p:nvSpPr>
        <p:spPr>
          <a:xfrm>
            <a:off x="6362540"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9" name="Google Shape;619;p17"/>
          <p:cNvSpPr/>
          <p:nvPr/>
        </p:nvSpPr>
        <p:spPr>
          <a:xfrm>
            <a:off x="6514937"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0" name="Google Shape;620;p17"/>
          <p:cNvSpPr/>
          <p:nvPr/>
        </p:nvSpPr>
        <p:spPr>
          <a:xfrm>
            <a:off x="6667333"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1" name="Google Shape;621;p17"/>
          <p:cNvSpPr/>
          <p:nvPr/>
        </p:nvSpPr>
        <p:spPr>
          <a:xfrm>
            <a:off x="6819729" y="7048500"/>
            <a:ext cx="76198" cy="76200"/>
          </a:xfrm>
          <a:prstGeom prst="roundRect">
            <a:avLst>
              <a:gd name="adj" fmla="val 249975000"/>
            </a:avLst>
          </a:prstGeom>
          <a:solidFill>
            <a:srgbClr val="1284B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622" name="Google Shape;622;p17"/>
          <p:cNvGrpSpPr/>
          <p:nvPr/>
        </p:nvGrpSpPr>
        <p:grpSpPr>
          <a:xfrm>
            <a:off x="4400286" y="1574407"/>
            <a:ext cx="4971094" cy="4177341"/>
            <a:chOff x="4633708" y="2022121"/>
            <a:chExt cx="3322789" cy="2812836"/>
          </a:xfrm>
        </p:grpSpPr>
        <p:pic>
          <p:nvPicPr>
            <p:cNvPr id="623" name="Google Shape;623;p17"/>
            <p:cNvPicPr preferRelativeResize="0"/>
            <p:nvPr/>
          </p:nvPicPr>
          <p:blipFill rotWithShape="1">
            <a:blip r:embed="rId4">
              <a:alphaModFix/>
            </a:blip>
            <a:srcRect/>
            <a:stretch/>
          </p:blipFill>
          <p:spPr>
            <a:xfrm>
              <a:off x="4633708" y="2047682"/>
              <a:ext cx="2924583" cy="2762636"/>
            </a:xfrm>
            <a:prstGeom prst="rect">
              <a:avLst/>
            </a:prstGeom>
            <a:noFill/>
            <a:ln>
              <a:noFill/>
            </a:ln>
          </p:spPr>
        </p:pic>
        <p:sp>
          <p:nvSpPr>
            <p:cNvPr id="624" name="Google Shape;624;p17"/>
            <p:cNvSpPr/>
            <p:nvPr/>
          </p:nvSpPr>
          <p:spPr>
            <a:xfrm>
              <a:off x="6000751" y="2022121"/>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5" name="Google Shape;625;p17"/>
            <p:cNvSpPr/>
            <p:nvPr/>
          </p:nvSpPr>
          <p:spPr>
            <a:xfrm>
              <a:off x="5602545" y="2060087"/>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6" name="Google Shape;626;p17"/>
            <p:cNvSpPr/>
            <p:nvPr/>
          </p:nvSpPr>
          <p:spPr>
            <a:xfrm>
              <a:off x="5996254" y="2836995"/>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7" name="Google Shape;627;p17"/>
            <p:cNvSpPr/>
            <p:nvPr/>
          </p:nvSpPr>
          <p:spPr>
            <a:xfrm>
              <a:off x="7766002" y="2047682"/>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8" name="Google Shape;628;p17"/>
            <p:cNvSpPr/>
            <p:nvPr/>
          </p:nvSpPr>
          <p:spPr>
            <a:xfrm>
              <a:off x="4747137" y="2954822"/>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9" name="Google Shape;629;p17"/>
            <p:cNvSpPr/>
            <p:nvPr/>
          </p:nvSpPr>
          <p:spPr>
            <a:xfrm>
              <a:off x="7254370" y="2954821"/>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30" name="Google Shape;630;p17"/>
            <p:cNvSpPr/>
            <p:nvPr/>
          </p:nvSpPr>
          <p:spPr>
            <a:xfrm>
              <a:off x="6512783" y="3339953"/>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31" name="Google Shape;631;p17"/>
            <p:cNvSpPr/>
            <p:nvPr/>
          </p:nvSpPr>
          <p:spPr>
            <a:xfrm>
              <a:off x="6416703" y="4607415"/>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32" name="Google Shape;632;p17"/>
            <p:cNvSpPr/>
            <p:nvPr/>
          </p:nvSpPr>
          <p:spPr>
            <a:xfrm>
              <a:off x="6000751" y="4644458"/>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33" name="Google Shape;633;p17"/>
            <p:cNvSpPr/>
            <p:nvPr/>
          </p:nvSpPr>
          <p:spPr>
            <a:xfrm>
              <a:off x="5584799" y="4549208"/>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34" name="Google Shape;634;p17"/>
            <p:cNvSpPr/>
            <p:nvPr/>
          </p:nvSpPr>
          <p:spPr>
            <a:xfrm>
              <a:off x="5524832" y="3339953"/>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635" name="Google Shape;635;p17"/>
          <p:cNvSpPr/>
          <p:nvPr/>
        </p:nvSpPr>
        <p:spPr>
          <a:xfrm>
            <a:off x="6453089" y="4226512"/>
            <a:ext cx="284992" cy="282910"/>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636" name="Google Shape;636;p17"/>
          <p:cNvCxnSpPr/>
          <p:nvPr/>
        </p:nvCxnSpPr>
        <p:spPr>
          <a:xfrm rot="10800000" flipH="1">
            <a:off x="6723730" y="1913700"/>
            <a:ext cx="2258215" cy="1602522"/>
          </a:xfrm>
          <a:prstGeom prst="straightConnector1">
            <a:avLst/>
          </a:prstGeom>
          <a:noFill/>
          <a:ln w="25400" cap="flat" cmpd="sng">
            <a:solidFill>
              <a:srgbClr val="00B050"/>
            </a:solidFill>
            <a:prstDash val="solid"/>
            <a:round/>
            <a:headEnd type="none" w="sm" len="sm"/>
            <a:tailEnd type="triangle" w="med" len="med"/>
          </a:ln>
          <a:effectLst>
            <a:outerShdw blurRad="40000" dist="20000" dir="5400000" rotWithShape="0">
              <a:srgbClr val="000000">
                <a:alpha val="37647"/>
              </a:srgbClr>
            </a:outerShdw>
          </a:effectLst>
        </p:spPr>
      </p:cxnSp>
      <p:sp>
        <p:nvSpPr>
          <p:cNvPr id="637" name="Google Shape;637;p17"/>
          <p:cNvSpPr txBox="1"/>
          <p:nvPr/>
        </p:nvSpPr>
        <p:spPr>
          <a:xfrm>
            <a:off x="9086388" y="2050358"/>
            <a:ext cx="2668148" cy="646331"/>
          </a:xfrm>
          <a:prstGeom prst="rect">
            <a:avLst/>
          </a:prstGeom>
          <a:blipFill rotWithShape="1">
            <a:blip r:embed="rId5">
              <a:alphaModFix/>
            </a:blip>
            <a:tile tx="0" ty="0" sx="100000" sy="100000" flip="none" algn="tl"/>
          </a:blip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So, The green token will be removed</a:t>
            </a:r>
            <a:endParaRPr/>
          </a:p>
        </p:txBody>
      </p:sp>
      <p:sp>
        <p:nvSpPr>
          <p:cNvPr id="7" name="Date Placeholder 6">
            <a:extLst>
              <a:ext uri="{FF2B5EF4-FFF2-40B4-BE49-F238E27FC236}">
                <a16:creationId xmlns:a16="http://schemas.microsoft.com/office/drawing/2014/main" id="{3F6FC762-0923-68A1-8021-AE2246ADEDF5}"/>
              </a:ext>
            </a:extLst>
          </p:cNvPr>
          <p:cNvSpPr>
            <a:spLocks noGrp="1"/>
          </p:cNvSpPr>
          <p:nvPr>
            <p:ph type="dt" idx="10"/>
          </p:nvPr>
        </p:nvSpPr>
        <p:spPr>
          <a:xfrm>
            <a:off x="457200" y="6356350"/>
            <a:ext cx="2133600" cy="365125"/>
          </a:xfrm>
        </p:spPr>
        <p:txBody>
          <a:bodyPr/>
          <a:lstStyle/>
          <a:p>
            <a:fld id="{B39AE11E-A222-400F-9A18-9B74D19598D3}" type="datetime1">
              <a:rPr lang="en-US" smtClean="0"/>
              <a:t>3/7/2026</a:t>
            </a:fld>
            <a:endParaRPr lang="en-US" dirty="0"/>
          </a:p>
        </p:txBody>
      </p:sp>
      <p:sp>
        <p:nvSpPr>
          <p:cNvPr id="8" name="Slide Number Placeholder 7">
            <a:extLst>
              <a:ext uri="{FF2B5EF4-FFF2-40B4-BE49-F238E27FC236}">
                <a16:creationId xmlns:a16="http://schemas.microsoft.com/office/drawing/2014/main" id="{CA9DD1D1-22CB-57BD-4746-DC1BD53BCB41}"/>
              </a:ext>
            </a:extLst>
          </p:cNvPr>
          <p:cNvSpPr>
            <a:spLocks noGrp="1"/>
          </p:cNvSpPr>
          <p:nvPr>
            <p:ph type="sldNum" idx="12"/>
          </p:nvPr>
        </p:nvSpPr>
        <p:spPr>
          <a:xfrm>
            <a:off x="9601200" y="6351269"/>
            <a:ext cx="2133600" cy="365125"/>
          </a:xfrm>
        </p:spPr>
        <p:txBody>
          <a:bodyPr/>
          <a:lstStyle/>
          <a:p>
            <a:pPr marL="0" lvl="0" indent="0" algn="r" rtl="0">
              <a:spcBef>
                <a:spcPts val="0"/>
              </a:spcBef>
              <a:spcAft>
                <a:spcPts val="0"/>
              </a:spcAft>
              <a:buNone/>
            </a:pPr>
            <a:fld id="{00000000-1234-1234-1234-123412341234}" type="slidenum">
              <a:rPr lang="en-US" smtClean="0"/>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rgbClr val="FEFEFE"/>
            </a:gs>
            <a:gs pos="100000">
              <a:srgbClr val="F0F7FB"/>
            </a:gs>
          </a:gsLst>
          <a:lin ang="8100000" scaled="0"/>
        </a:gradFill>
        <a:effectLst/>
      </p:bgPr>
    </p:bg>
    <p:spTree>
      <p:nvGrpSpPr>
        <p:cNvPr id="1" name="Shape 642"/>
        <p:cNvGrpSpPr/>
        <p:nvPr/>
      </p:nvGrpSpPr>
      <p:grpSpPr>
        <a:xfrm>
          <a:off x="0" y="0"/>
          <a:ext cx="0" cy="0"/>
          <a:chOff x="0" y="0"/>
          <a:chExt cx="0" cy="0"/>
        </a:xfrm>
      </p:grpSpPr>
      <p:sp>
        <p:nvSpPr>
          <p:cNvPr id="643" name="Google Shape;643;p18"/>
          <p:cNvSpPr/>
          <p:nvPr/>
        </p:nvSpPr>
        <p:spPr>
          <a:xfrm>
            <a:off x="-11215" y="0"/>
            <a:ext cx="12191695" cy="724870"/>
          </a:xfrm>
          <a:prstGeom prst="rect">
            <a:avLst/>
          </a:prstGeom>
          <a:solidFill>
            <a:srgbClr val="1284BA">
              <a:alpha val="4705"/>
            </a:srgbClr>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644" name="Google Shape;644;p18"/>
          <p:cNvGrpSpPr/>
          <p:nvPr/>
        </p:nvGrpSpPr>
        <p:grpSpPr>
          <a:xfrm>
            <a:off x="363777" y="137706"/>
            <a:ext cx="2791045" cy="454483"/>
            <a:chOff x="609584" y="0"/>
            <a:chExt cx="2791045" cy="454483"/>
          </a:xfrm>
        </p:grpSpPr>
        <p:pic>
          <p:nvPicPr>
            <p:cNvPr id="645" name="Google Shape;645;p18" descr="image.png"/>
            <p:cNvPicPr preferRelativeResize="0"/>
            <p:nvPr/>
          </p:nvPicPr>
          <p:blipFill rotWithShape="1">
            <a:blip r:embed="rId3">
              <a:alphaModFix/>
            </a:blip>
            <a:srcRect/>
            <a:stretch/>
          </p:blipFill>
          <p:spPr>
            <a:xfrm>
              <a:off x="609584" y="16050"/>
              <a:ext cx="412971" cy="348898"/>
            </a:xfrm>
            <a:prstGeom prst="rect">
              <a:avLst/>
            </a:prstGeom>
            <a:noFill/>
            <a:ln>
              <a:noFill/>
            </a:ln>
          </p:spPr>
        </p:pic>
        <p:sp>
          <p:nvSpPr>
            <p:cNvPr id="646" name="Google Shape;646;p18"/>
            <p:cNvSpPr txBox="1"/>
            <p:nvPr/>
          </p:nvSpPr>
          <p:spPr>
            <a:xfrm>
              <a:off x="1104872" y="0"/>
              <a:ext cx="2295757" cy="454483"/>
            </a:xfrm>
            <a:prstGeom prst="rect">
              <a:avLst/>
            </a:prstGeom>
            <a:noFill/>
            <a:ln>
              <a:noFill/>
            </a:ln>
          </p:spPr>
          <p:txBody>
            <a:bodyPr spcFirstLastPara="1" wrap="square" lIns="73150" tIns="54850" rIns="73150" bIns="54850" anchor="ctr" anchorCtr="0">
              <a:spAutoFit/>
            </a:bodyPr>
            <a:lstStyle/>
            <a:p>
              <a:pPr marL="0" marR="0" lvl="0" indent="0" algn="l" rtl="0">
                <a:lnSpc>
                  <a:spcPct val="92857"/>
                </a:lnSpc>
                <a:spcBef>
                  <a:spcPts val="0"/>
                </a:spcBef>
                <a:spcAft>
                  <a:spcPts val="0"/>
                </a:spcAft>
                <a:buNone/>
              </a:pPr>
              <a:r>
                <a:rPr lang="en-US" sz="2800" b="1">
                  <a:solidFill>
                    <a:srgbClr val="1284BA"/>
                  </a:solidFill>
                  <a:latin typeface="Source Code Pro"/>
                  <a:ea typeface="Source Code Pro"/>
                  <a:cs typeface="Source Code Pro"/>
                  <a:sym typeface="Source Code Pro"/>
                </a:rPr>
                <a:t>Game Board</a:t>
              </a:r>
              <a:endParaRPr/>
            </a:p>
          </p:txBody>
        </p:sp>
      </p:grpSp>
      <p:sp>
        <p:nvSpPr>
          <p:cNvPr id="647" name="Google Shape;647;p18"/>
          <p:cNvSpPr/>
          <p:nvPr/>
        </p:nvSpPr>
        <p:spPr>
          <a:xfrm>
            <a:off x="5295767"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48" name="Google Shape;648;p18"/>
          <p:cNvSpPr/>
          <p:nvPr/>
        </p:nvSpPr>
        <p:spPr>
          <a:xfrm>
            <a:off x="5448163"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49" name="Google Shape;649;p18"/>
          <p:cNvSpPr/>
          <p:nvPr/>
        </p:nvSpPr>
        <p:spPr>
          <a:xfrm>
            <a:off x="5600559"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50" name="Google Shape;650;p18"/>
          <p:cNvSpPr/>
          <p:nvPr/>
        </p:nvSpPr>
        <p:spPr>
          <a:xfrm>
            <a:off x="5752956"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51" name="Google Shape;651;p18"/>
          <p:cNvSpPr/>
          <p:nvPr/>
        </p:nvSpPr>
        <p:spPr>
          <a:xfrm>
            <a:off x="5905352"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52" name="Google Shape;652;p18"/>
          <p:cNvSpPr/>
          <p:nvPr/>
        </p:nvSpPr>
        <p:spPr>
          <a:xfrm>
            <a:off x="6057748"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53" name="Google Shape;653;p18"/>
          <p:cNvSpPr/>
          <p:nvPr/>
        </p:nvSpPr>
        <p:spPr>
          <a:xfrm>
            <a:off x="6210144"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54" name="Google Shape;654;p18"/>
          <p:cNvSpPr/>
          <p:nvPr/>
        </p:nvSpPr>
        <p:spPr>
          <a:xfrm>
            <a:off x="6362540"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55" name="Google Shape;655;p18"/>
          <p:cNvSpPr/>
          <p:nvPr/>
        </p:nvSpPr>
        <p:spPr>
          <a:xfrm>
            <a:off x="6514937"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56" name="Google Shape;656;p18"/>
          <p:cNvSpPr/>
          <p:nvPr/>
        </p:nvSpPr>
        <p:spPr>
          <a:xfrm>
            <a:off x="6667333" y="70485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57" name="Google Shape;657;p18"/>
          <p:cNvSpPr/>
          <p:nvPr/>
        </p:nvSpPr>
        <p:spPr>
          <a:xfrm>
            <a:off x="6819729" y="7048500"/>
            <a:ext cx="76198" cy="76200"/>
          </a:xfrm>
          <a:prstGeom prst="roundRect">
            <a:avLst>
              <a:gd name="adj" fmla="val 249975000"/>
            </a:avLst>
          </a:prstGeom>
          <a:solidFill>
            <a:srgbClr val="1284B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658" name="Google Shape;658;p18"/>
          <p:cNvGrpSpPr/>
          <p:nvPr/>
        </p:nvGrpSpPr>
        <p:grpSpPr>
          <a:xfrm>
            <a:off x="4410119" y="1612367"/>
            <a:ext cx="4375354" cy="4102789"/>
            <a:chOff x="4633708" y="2047682"/>
            <a:chExt cx="2924583" cy="2762636"/>
          </a:xfrm>
        </p:grpSpPr>
        <p:pic>
          <p:nvPicPr>
            <p:cNvPr id="659" name="Google Shape;659;p18"/>
            <p:cNvPicPr preferRelativeResize="0"/>
            <p:nvPr/>
          </p:nvPicPr>
          <p:blipFill rotWithShape="1">
            <a:blip r:embed="rId4">
              <a:alphaModFix/>
            </a:blip>
            <a:srcRect/>
            <a:stretch/>
          </p:blipFill>
          <p:spPr>
            <a:xfrm>
              <a:off x="4633708" y="2047682"/>
              <a:ext cx="2924583" cy="2762636"/>
            </a:xfrm>
            <a:prstGeom prst="rect">
              <a:avLst/>
            </a:prstGeom>
            <a:noFill/>
            <a:ln>
              <a:noFill/>
            </a:ln>
          </p:spPr>
        </p:pic>
        <p:sp>
          <p:nvSpPr>
            <p:cNvPr id="660" name="Google Shape;660;p18"/>
            <p:cNvSpPr/>
            <p:nvPr/>
          </p:nvSpPr>
          <p:spPr>
            <a:xfrm>
              <a:off x="6509377" y="3333212"/>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61" name="Google Shape;661;p18"/>
            <p:cNvSpPr/>
            <p:nvPr/>
          </p:nvSpPr>
          <p:spPr>
            <a:xfrm>
              <a:off x="5602545" y="2060087"/>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62" name="Google Shape;662;p18"/>
            <p:cNvSpPr/>
            <p:nvPr/>
          </p:nvSpPr>
          <p:spPr>
            <a:xfrm>
              <a:off x="6009489" y="3780848"/>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63" name="Google Shape;663;p18"/>
            <p:cNvSpPr/>
            <p:nvPr/>
          </p:nvSpPr>
          <p:spPr>
            <a:xfrm>
              <a:off x="4695270" y="3339953"/>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64" name="Google Shape;664;p18"/>
            <p:cNvSpPr/>
            <p:nvPr/>
          </p:nvSpPr>
          <p:spPr>
            <a:xfrm>
              <a:off x="5169103" y="3333212"/>
              <a:ext cx="190495" cy="190499"/>
            </a:xfrm>
            <a:prstGeom prst="roundRect">
              <a:avLst>
                <a:gd name="adj" fmla="val 99990000"/>
              </a:avLst>
            </a:prstGeom>
            <a:solidFill>
              <a:srgbClr val="00B05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65" name="Google Shape;665;p18"/>
            <p:cNvSpPr/>
            <p:nvPr/>
          </p:nvSpPr>
          <p:spPr>
            <a:xfrm>
              <a:off x="6893964" y="3355214"/>
              <a:ext cx="190495" cy="190499"/>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666" name="Google Shape;666;p18"/>
          <p:cNvSpPr/>
          <p:nvPr/>
        </p:nvSpPr>
        <p:spPr>
          <a:xfrm>
            <a:off x="6458539" y="4708110"/>
            <a:ext cx="284992" cy="282910"/>
          </a:xfrm>
          <a:prstGeom prst="roundRect">
            <a:avLst>
              <a:gd name="adj" fmla="val 99990000"/>
            </a:avLst>
          </a:prstGeom>
          <a:solidFill>
            <a:srgbClr val="FF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67" name="Google Shape;667;p18"/>
          <p:cNvSpPr txBox="1"/>
          <p:nvPr/>
        </p:nvSpPr>
        <p:spPr>
          <a:xfrm>
            <a:off x="8918075" y="1630790"/>
            <a:ext cx="2888378" cy="2031325"/>
          </a:xfrm>
          <a:prstGeom prst="rect">
            <a:avLst/>
          </a:prstGeom>
          <a:blipFill rotWithShape="1">
            <a:blip r:embed="rId5">
              <a:alphaModFix/>
            </a:blip>
            <a:tile tx="0" ty="0" sx="100000" sy="100000" flip="none" algn="tl"/>
          </a:blip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After optimal play by both agents, the game concludes with the Green player retaining five tokens while the Red player is reduced to two, thereby declaring the Green player as the winner.</a:t>
            </a:r>
            <a:endParaRPr/>
          </a:p>
        </p:txBody>
      </p:sp>
      <p:sp>
        <p:nvSpPr>
          <p:cNvPr id="668" name="Google Shape;668;p18"/>
          <p:cNvSpPr txBox="1"/>
          <p:nvPr/>
        </p:nvSpPr>
        <p:spPr>
          <a:xfrm>
            <a:off x="4827373" y="1097374"/>
            <a:ext cx="2685536" cy="483917"/>
          </a:xfrm>
          <a:prstGeom prst="rect">
            <a:avLst/>
          </a:prstGeom>
          <a:noFill/>
          <a:ln>
            <a:noFill/>
          </a:ln>
        </p:spPr>
        <p:txBody>
          <a:bodyPr spcFirstLastPara="1" wrap="square" lIns="73150" tIns="54850" rIns="73150" bIns="54850" anchor="ctr" anchorCtr="0">
            <a:spAutoFit/>
          </a:bodyPr>
          <a:lstStyle/>
          <a:p>
            <a:pPr marL="0" marR="0" lvl="0" indent="0" algn="ctr" rtl="0">
              <a:lnSpc>
                <a:spcPct val="116999"/>
              </a:lnSpc>
              <a:spcBef>
                <a:spcPts val="0"/>
              </a:spcBef>
              <a:spcAft>
                <a:spcPts val="0"/>
              </a:spcAft>
              <a:buNone/>
            </a:pPr>
            <a:r>
              <a:rPr lang="en-US" sz="1794" b="1" dirty="0">
                <a:solidFill>
                  <a:srgbClr val="0070C0"/>
                </a:solidFill>
                <a:latin typeface="Source Code Pro"/>
                <a:ea typeface="Source Code Pro"/>
                <a:cs typeface="Source Code Pro"/>
                <a:sym typeface="Source Code Pro"/>
              </a:rPr>
              <a:t>	</a:t>
            </a:r>
            <a:r>
              <a:rPr lang="en-US" sz="2000" b="1" dirty="0">
                <a:solidFill>
                  <a:srgbClr val="0070C0"/>
                </a:solidFill>
                <a:latin typeface="Source Code Pro"/>
                <a:ea typeface="Source Code Pro"/>
                <a:cs typeface="Source Code Pro"/>
                <a:sym typeface="Source Code Pro"/>
              </a:rPr>
              <a:t>Green Wins</a:t>
            </a:r>
            <a:endParaRPr sz="2000" b="1" dirty="0">
              <a:solidFill>
                <a:srgbClr val="0070C0"/>
              </a:solidFill>
              <a:latin typeface="Source Code Pro"/>
              <a:ea typeface="Source Code Pro"/>
              <a:cs typeface="Source Code Pro"/>
              <a:sym typeface="Source Code Pro"/>
            </a:endParaRPr>
          </a:p>
        </p:txBody>
      </p:sp>
      <p:sp>
        <p:nvSpPr>
          <p:cNvPr id="8" name="Date Placeholder 6">
            <a:extLst>
              <a:ext uri="{FF2B5EF4-FFF2-40B4-BE49-F238E27FC236}">
                <a16:creationId xmlns:a16="http://schemas.microsoft.com/office/drawing/2014/main" id="{FF979B03-FD03-8029-268C-C380E67A461F}"/>
              </a:ext>
            </a:extLst>
          </p:cNvPr>
          <p:cNvSpPr>
            <a:spLocks noGrp="1"/>
          </p:cNvSpPr>
          <p:nvPr>
            <p:ph type="dt" idx="10"/>
          </p:nvPr>
        </p:nvSpPr>
        <p:spPr>
          <a:xfrm>
            <a:off x="457200" y="6356350"/>
            <a:ext cx="2133600" cy="365125"/>
          </a:xfrm>
        </p:spPr>
        <p:txBody>
          <a:bodyPr/>
          <a:lstStyle/>
          <a:p>
            <a:fld id="{B39AE11E-A222-400F-9A18-9B74D19598D3}" type="datetime1">
              <a:rPr lang="en-US" smtClean="0"/>
              <a:t>3/7/2026</a:t>
            </a:fld>
            <a:endParaRPr lang="en-US" dirty="0"/>
          </a:p>
        </p:txBody>
      </p:sp>
      <p:sp>
        <p:nvSpPr>
          <p:cNvPr id="9" name="Slide Number Placeholder 7">
            <a:extLst>
              <a:ext uri="{FF2B5EF4-FFF2-40B4-BE49-F238E27FC236}">
                <a16:creationId xmlns:a16="http://schemas.microsoft.com/office/drawing/2014/main" id="{1D4CA435-5C8A-C299-4724-465A3FF27FC0}"/>
              </a:ext>
            </a:extLst>
          </p:cNvPr>
          <p:cNvSpPr>
            <a:spLocks noGrp="1"/>
          </p:cNvSpPr>
          <p:nvPr>
            <p:ph type="sldNum" idx="12"/>
          </p:nvPr>
        </p:nvSpPr>
        <p:spPr>
          <a:xfrm>
            <a:off x="9601200" y="6351269"/>
            <a:ext cx="2133600" cy="365125"/>
          </a:xfrm>
        </p:spPr>
        <p:txBody>
          <a:bodyPr/>
          <a:lstStyle/>
          <a:p>
            <a:pPr marL="0" lvl="0" indent="0" algn="r" rtl="0">
              <a:spcBef>
                <a:spcPts val="0"/>
              </a:spcBef>
              <a:spcAft>
                <a:spcPts val="0"/>
              </a:spcAft>
              <a:buNone/>
            </a:pPr>
            <a:fld id="{00000000-1234-1234-1234-123412341234}" type="slidenum">
              <a:rPr lang="en-US" smtClean="0"/>
              <a:t>18</a:t>
            </a:fld>
            <a:endParaRPr lang="en-US" dirty="0"/>
          </a:p>
        </p:txBody>
      </p:sp>
      <p:sp>
        <p:nvSpPr>
          <p:cNvPr id="4" name="Google Shape;668;p18">
            <a:extLst>
              <a:ext uri="{FF2B5EF4-FFF2-40B4-BE49-F238E27FC236}">
                <a16:creationId xmlns:a16="http://schemas.microsoft.com/office/drawing/2014/main" id="{39318BEC-D591-B0A2-EDF5-5AD92C6E7E4E}"/>
              </a:ext>
            </a:extLst>
          </p:cNvPr>
          <p:cNvSpPr txBox="1"/>
          <p:nvPr/>
        </p:nvSpPr>
        <p:spPr>
          <a:xfrm>
            <a:off x="4614097" y="5866417"/>
            <a:ext cx="4042365" cy="434834"/>
          </a:xfrm>
          <a:prstGeom prst="rect">
            <a:avLst/>
          </a:prstGeom>
          <a:noFill/>
          <a:ln>
            <a:noFill/>
          </a:ln>
        </p:spPr>
        <p:txBody>
          <a:bodyPr spcFirstLastPara="1" wrap="square" lIns="73150" tIns="54850" rIns="73150" bIns="54850" anchor="ctr" anchorCtr="0">
            <a:spAutoFit/>
          </a:bodyPr>
          <a:lstStyle/>
          <a:p>
            <a:pPr marL="0" marR="0" lvl="0" indent="0" algn="ctr" rtl="0">
              <a:lnSpc>
                <a:spcPct val="116999"/>
              </a:lnSpc>
              <a:spcBef>
                <a:spcPts val="0"/>
              </a:spcBef>
              <a:spcAft>
                <a:spcPts val="0"/>
              </a:spcAft>
              <a:buNone/>
            </a:pPr>
            <a:r>
              <a:rPr lang="en-US" sz="1800" b="1" dirty="0">
                <a:solidFill>
                  <a:srgbClr val="0070C0"/>
                </a:solidFill>
                <a:latin typeface="Source Code Pro"/>
                <a:ea typeface="Source Code Pro"/>
                <a:cs typeface="Source Code Pro"/>
                <a:sym typeface="Source Code Pro"/>
              </a:rPr>
              <a:t>A Termination State</a:t>
            </a:r>
            <a:endParaRPr sz="1800" b="1" dirty="0">
              <a:solidFill>
                <a:srgbClr val="0070C0"/>
              </a:solidFill>
              <a:latin typeface="Source Code Pro"/>
              <a:ea typeface="Source Code Pro"/>
              <a:cs typeface="Source Code Pro"/>
              <a:sym typeface="Source Code Pr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rgbClr val="FEFEFE"/>
            </a:gs>
            <a:gs pos="100000">
              <a:srgbClr val="F0F7FB"/>
            </a:gs>
          </a:gsLst>
          <a:lin ang="8100000" scaled="0"/>
        </a:gradFill>
        <a:effectLst/>
      </p:bgPr>
    </p:bg>
    <p:spTree>
      <p:nvGrpSpPr>
        <p:cNvPr id="1" name="Shape 673"/>
        <p:cNvGrpSpPr/>
        <p:nvPr/>
      </p:nvGrpSpPr>
      <p:grpSpPr>
        <a:xfrm>
          <a:off x="0" y="0"/>
          <a:ext cx="0" cy="0"/>
          <a:chOff x="0" y="0"/>
          <a:chExt cx="0" cy="0"/>
        </a:xfrm>
      </p:grpSpPr>
      <p:pic>
        <p:nvPicPr>
          <p:cNvPr id="674" name="Google Shape;674;p19" descr="image.png"/>
          <p:cNvPicPr preferRelativeResize="0"/>
          <p:nvPr/>
        </p:nvPicPr>
        <p:blipFill rotWithShape="1">
          <a:blip r:embed="rId3">
            <a:alphaModFix/>
          </a:blip>
          <a:srcRect/>
          <a:stretch/>
        </p:blipFill>
        <p:spPr>
          <a:xfrm>
            <a:off x="5714858" y="2172006"/>
            <a:ext cx="761980" cy="639096"/>
          </a:xfrm>
          <a:prstGeom prst="rect">
            <a:avLst/>
          </a:prstGeom>
          <a:noFill/>
          <a:ln>
            <a:noFill/>
          </a:ln>
        </p:spPr>
      </p:pic>
      <p:sp>
        <p:nvSpPr>
          <p:cNvPr id="675" name="Google Shape;675;p19"/>
          <p:cNvSpPr txBox="1"/>
          <p:nvPr/>
        </p:nvSpPr>
        <p:spPr>
          <a:xfrm>
            <a:off x="3143171" y="2761024"/>
            <a:ext cx="5905352" cy="1285875"/>
          </a:xfrm>
          <a:prstGeom prst="rect">
            <a:avLst/>
          </a:prstGeom>
          <a:noFill/>
          <a:ln>
            <a:noFill/>
          </a:ln>
        </p:spPr>
        <p:txBody>
          <a:bodyPr spcFirstLastPara="1" wrap="square" lIns="73150" tIns="54850" rIns="73150" bIns="54850" anchor="ctr" anchorCtr="0">
            <a:spAutoFit/>
          </a:bodyPr>
          <a:lstStyle/>
          <a:p>
            <a:pPr marL="0" marR="0" lvl="0" indent="0" algn="ctr" rtl="0">
              <a:lnSpc>
                <a:spcPct val="163043"/>
              </a:lnSpc>
              <a:spcBef>
                <a:spcPts val="0"/>
              </a:spcBef>
              <a:spcAft>
                <a:spcPts val="0"/>
              </a:spcAft>
              <a:buNone/>
            </a:pPr>
            <a:r>
              <a:rPr lang="en-US" sz="5382" b="1">
                <a:solidFill>
                  <a:srgbClr val="1284BA"/>
                </a:solidFill>
                <a:latin typeface="Source Code Pro"/>
                <a:ea typeface="Source Code Pro"/>
                <a:cs typeface="Source Code Pro"/>
                <a:sym typeface="Source Code Pro"/>
              </a:rPr>
              <a:t>THANK YOU!</a:t>
            </a:r>
            <a:endParaRPr/>
          </a:p>
        </p:txBody>
      </p:sp>
      <p:sp>
        <p:nvSpPr>
          <p:cNvPr id="676" name="Google Shape;676;p19"/>
          <p:cNvSpPr/>
          <p:nvPr/>
        </p:nvSpPr>
        <p:spPr>
          <a:xfrm>
            <a:off x="4914777" y="64008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77" name="Google Shape;677;p19"/>
          <p:cNvSpPr/>
          <p:nvPr/>
        </p:nvSpPr>
        <p:spPr>
          <a:xfrm>
            <a:off x="5067173" y="64008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78" name="Google Shape;678;p19"/>
          <p:cNvSpPr/>
          <p:nvPr/>
        </p:nvSpPr>
        <p:spPr>
          <a:xfrm>
            <a:off x="5219569" y="64008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79" name="Google Shape;679;p19"/>
          <p:cNvSpPr/>
          <p:nvPr/>
        </p:nvSpPr>
        <p:spPr>
          <a:xfrm>
            <a:off x="5371965" y="64008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80" name="Google Shape;680;p19"/>
          <p:cNvSpPr/>
          <p:nvPr/>
        </p:nvSpPr>
        <p:spPr>
          <a:xfrm>
            <a:off x="5524361" y="64008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81" name="Google Shape;681;p19"/>
          <p:cNvSpPr/>
          <p:nvPr/>
        </p:nvSpPr>
        <p:spPr>
          <a:xfrm>
            <a:off x="5676758" y="64008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82" name="Google Shape;682;p19"/>
          <p:cNvSpPr/>
          <p:nvPr/>
        </p:nvSpPr>
        <p:spPr>
          <a:xfrm>
            <a:off x="5829154" y="64008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83" name="Google Shape;683;p19"/>
          <p:cNvSpPr/>
          <p:nvPr/>
        </p:nvSpPr>
        <p:spPr>
          <a:xfrm>
            <a:off x="5981550" y="64008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84" name="Google Shape;684;p19"/>
          <p:cNvSpPr/>
          <p:nvPr/>
        </p:nvSpPr>
        <p:spPr>
          <a:xfrm>
            <a:off x="6133946" y="64008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85" name="Google Shape;685;p19"/>
          <p:cNvSpPr/>
          <p:nvPr/>
        </p:nvSpPr>
        <p:spPr>
          <a:xfrm>
            <a:off x="6286342" y="64008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86" name="Google Shape;686;p19"/>
          <p:cNvSpPr/>
          <p:nvPr/>
        </p:nvSpPr>
        <p:spPr>
          <a:xfrm>
            <a:off x="6438739" y="64008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87" name="Google Shape;687;p19"/>
          <p:cNvSpPr/>
          <p:nvPr/>
        </p:nvSpPr>
        <p:spPr>
          <a:xfrm>
            <a:off x="6591135" y="64008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88" name="Google Shape;688;p19"/>
          <p:cNvSpPr/>
          <p:nvPr/>
        </p:nvSpPr>
        <p:spPr>
          <a:xfrm>
            <a:off x="6743531" y="64008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89" name="Google Shape;689;p19"/>
          <p:cNvSpPr/>
          <p:nvPr/>
        </p:nvSpPr>
        <p:spPr>
          <a:xfrm>
            <a:off x="6895927" y="64008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90" name="Google Shape;690;p19"/>
          <p:cNvSpPr/>
          <p:nvPr/>
        </p:nvSpPr>
        <p:spPr>
          <a:xfrm>
            <a:off x="7048323" y="6400800"/>
            <a:ext cx="76198" cy="76200"/>
          </a:xfrm>
          <a:prstGeom prst="roundRect">
            <a:avLst>
              <a:gd name="adj" fmla="val 249975000"/>
            </a:avLst>
          </a:prstGeom>
          <a:solidFill>
            <a:srgbClr val="DDDDDD"/>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91" name="Google Shape;691;p19"/>
          <p:cNvSpPr/>
          <p:nvPr/>
        </p:nvSpPr>
        <p:spPr>
          <a:xfrm>
            <a:off x="7200719" y="6400800"/>
            <a:ext cx="76198" cy="76200"/>
          </a:xfrm>
          <a:prstGeom prst="roundRect">
            <a:avLst>
              <a:gd name="adj" fmla="val 249975000"/>
            </a:avLst>
          </a:prstGeom>
          <a:solidFill>
            <a:srgbClr val="1284B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 name="Date Placeholder 6">
            <a:extLst>
              <a:ext uri="{FF2B5EF4-FFF2-40B4-BE49-F238E27FC236}">
                <a16:creationId xmlns:a16="http://schemas.microsoft.com/office/drawing/2014/main" id="{B79AED62-B698-6790-7441-1B0AC37D97CD}"/>
              </a:ext>
            </a:extLst>
          </p:cNvPr>
          <p:cNvSpPr>
            <a:spLocks noGrp="1"/>
          </p:cNvSpPr>
          <p:nvPr>
            <p:ph type="dt" idx="10"/>
          </p:nvPr>
        </p:nvSpPr>
        <p:spPr>
          <a:xfrm>
            <a:off x="457200" y="6356350"/>
            <a:ext cx="2133600" cy="365125"/>
          </a:xfrm>
        </p:spPr>
        <p:txBody>
          <a:bodyPr/>
          <a:lstStyle/>
          <a:p>
            <a:fld id="{B39AE11E-A222-400F-9A18-9B74D19598D3}" type="datetime1">
              <a:rPr lang="en-US" smtClean="0"/>
              <a:t>3/7/2026</a:t>
            </a:fld>
            <a:endParaRPr lang="en-US" dirty="0"/>
          </a:p>
        </p:txBody>
      </p:sp>
      <p:sp>
        <p:nvSpPr>
          <p:cNvPr id="8" name="Slide Number Placeholder 7">
            <a:extLst>
              <a:ext uri="{FF2B5EF4-FFF2-40B4-BE49-F238E27FC236}">
                <a16:creationId xmlns:a16="http://schemas.microsoft.com/office/drawing/2014/main" id="{C8AB0CE8-5BA7-D466-D054-8CC3DCA58778}"/>
              </a:ext>
            </a:extLst>
          </p:cNvPr>
          <p:cNvSpPr>
            <a:spLocks noGrp="1"/>
          </p:cNvSpPr>
          <p:nvPr>
            <p:ph type="sldNum" idx="12"/>
          </p:nvPr>
        </p:nvSpPr>
        <p:spPr>
          <a:xfrm>
            <a:off x="9601200" y="6351269"/>
            <a:ext cx="2133600" cy="365125"/>
          </a:xfrm>
        </p:spPr>
        <p:txBody>
          <a:bodyPr/>
          <a:lstStyle/>
          <a:p>
            <a:pPr marL="0" lvl="0" indent="0" algn="r" rtl="0">
              <a:spcBef>
                <a:spcPts val="0"/>
              </a:spcBef>
              <a:spcAft>
                <a:spcPts val="0"/>
              </a:spcAft>
              <a:buNone/>
            </a:pPr>
            <a:fld id="{00000000-1234-1234-1234-123412341234}" type="slidenum">
              <a:rPr lang="en-US" smtClean="0"/>
              <a:t>19</a:t>
            </a:fld>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96</TotalTime>
  <Words>439</Words>
  <Application>Microsoft Office PowerPoint</Application>
  <PresentationFormat>Widescreen</PresentationFormat>
  <Paragraphs>117</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Roboto</vt:lpstr>
      <vt:lpstr>Source Code Pro</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Akash Biswas</dc:creator>
  <cp:lastModifiedBy>Akash Biswas</cp:lastModifiedBy>
  <cp:revision>9</cp:revision>
  <dcterms:created xsi:type="dcterms:W3CDTF">2013-01-27T09:14:16Z</dcterms:created>
  <dcterms:modified xsi:type="dcterms:W3CDTF">2026-03-07T09:02:14Z</dcterms:modified>
</cp:coreProperties>
</file>